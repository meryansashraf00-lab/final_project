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rial MT Pro Bold" charset="1" panose="020B0802020202020204"/>
      <p:regular r:id="rId15"/>
    </p:embeddedFont>
    <p:embeddedFont>
      <p:font typeface="Arial MT Pro" charset="1" panose="020B0502020202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40554" y="1297534"/>
            <a:ext cx="11404113" cy="11487660"/>
          </a:xfrm>
          <a:custGeom>
            <a:avLst/>
            <a:gdLst/>
            <a:ahLst/>
            <a:cxnLst/>
            <a:rect r="r" b="b" t="t" l="l"/>
            <a:pathLst>
              <a:path h="11487660" w="11404113">
                <a:moveTo>
                  <a:pt x="0" y="0"/>
                </a:moveTo>
                <a:lnTo>
                  <a:pt x="11404113" y="0"/>
                </a:lnTo>
                <a:lnTo>
                  <a:pt x="11404113" y="11487660"/>
                </a:lnTo>
                <a:lnTo>
                  <a:pt x="0" y="1148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173721" y="6425645"/>
            <a:ext cx="3353748" cy="717442"/>
            <a:chOff x="0" y="0"/>
            <a:chExt cx="1899754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99754" cy="406400"/>
            </a:xfrm>
            <a:custGeom>
              <a:avLst/>
              <a:gdLst/>
              <a:ahLst/>
              <a:cxnLst/>
              <a:rect r="r" b="b" t="t" l="l"/>
              <a:pathLst>
                <a:path h="406400" w="1899754">
                  <a:moveTo>
                    <a:pt x="1696554" y="0"/>
                  </a:moveTo>
                  <a:cubicBezTo>
                    <a:pt x="1808778" y="0"/>
                    <a:pt x="1899754" y="90976"/>
                    <a:pt x="1899754" y="203200"/>
                  </a:cubicBezTo>
                  <a:cubicBezTo>
                    <a:pt x="1899754" y="315424"/>
                    <a:pt x="1808778" y="406400"/>
                    <a:pt x="169655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899754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74577" y="845799"/>
            <a:ext cx="499539" cy="503199"/>
          </a:xfrm>
          <a:custGeom>
            <a:avLst/>
            <a:gdLst/>
            <a:ahLst/>
            <a:cxnLst/>
            <a:rect r="r" b="b" t="t" l="l"/>
            <a:pathLst>
              <a:path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1383774">
            <a:off x="7565571" y="197405"/>
            <a:ext cx="11226909" cy="14341591"/>
            <a:chOff x="0" y="0"/>
            <a:chExt cx="2956881" cy="37772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56881" cy="3777209"/>
            </a:xfrm>
            <a:custGeom>
              <a:avLst/>
              <a:gdLst/>
              <a:ahLst/>
              <a:cxnLst/>
              <a:rect r="r" b="b" t="t" l="l"/>
              <a:pathLst>
                <a:path h="3777209" w="2956881">
                  <a:moveTo>
                    <a:pt x="0" y="0"/>
                  </a:moveTo>
                  <a:lnTo>
                    <a:pt x="2956881" y="0"/>
                  </a:lnTo>
                  <a:lnTo>
                    <a:pt x="2956881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2956881" cy="374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1383774">
            <a:off x="7012072" y="108644"/>
            <a:ext cx="10773748" cy="14341591"/>
            <a:chOff x="0" y="0"/>
            <a:chExt cx="2837530" cy="37772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37530" cy="3777209"/>
            </a:xfrm>
            <a:custGeom>
              <a:avLst/>
              <a:gdLst/>
              <a:ahLst/>
              <a:cxnLst/>
              <a:rect r="r" b="b" t="t" l="l"/>
              <a:pathLst>
                <a:path h="3777209" w="2837530">
                  <a:moveTo>
                    <a:pt x="0" y="0"/>
                  </a:moveTo>
                  <a:lnTo>
                    <a:pt x="2837530" y="0"/>
                  </a:lnTo>
                  <a:lnTo>
                    <a:pt x="2837530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2837530" cy="374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154957" y="756844"/>
            <a:ext cx="2104343" cy="481425"/>
            <a:chOff x="0" y="0"/>
            <a:chExt cx="1776404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76404" cy="406400"/>
            </a:xfrm>
            <a:custGeom>
              <a:avLst/>
              <a:gdLst/>
              <a:ahLst/>
              <a:cxnLst/>
              <a:rect r="r" b="b" t="t" l="l"/>
              <a:pathLst>
                <a:path h="406400" w="1776404">
                  <a:moveTo>
                    <a:pt x="1573204" y="0"/>
                  </a:moveTo>
                  <a:cubicBezTo>
                    <a:pt x="1685428" y="0"/>
                    <a:pt x="1776404" y="90976"/>
                    <a:pt x="1776404" y="203200"/>
                  </a:cubicBezTo>
                  <a:cubicBezTo>
                    <a:pt x="1776404" y="315424"/>
                    <a:pt x="1685428" y="406400"/>
                    <a:pt x="157320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776404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054482" y="3277263"/>
            <a:ext cx="13370080" cy="3068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16"/>
              </a:lnSpc>
            </a:pPr>
            <a:r>
              <a:rPr lang="en-US" sz="12177" spc="-194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E-Commerce Website Project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923200" y="920927"/>
            <a:ext cx="3002725" cy="21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87"/>
              </a:lnSpc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@reallygreatsite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179026" y="920927"/>
            <a:ext cx="1136202" cy="21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87"/>
              </a:lnSpc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About Us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721551" y="920927"/>
            <a:ext cx="811975" cy="21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87"/>
              </a:lnSpc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Menu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4577" y="845799"/>
            <a:ext cx="499539" cy="503199"/>
          </a:xfrm>
          <a:custGeom>
            <a:avLst/>
            <a:gdLst/>
            <a:ahLst/>
            <a:cxnLst/>
            <a:rect r="r" b="b" t="t" l="l"/>
            <a:pathLst>
              <a:path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4011154">
            <a:off x="14054449" y="1464134"/>
            <a:ext cx="17403374" cy="18180272"/>
            <a:chOff x="0" y="0"/>
            <a:chExt cx="4583605" cy="47882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3605" cy="4788220"/>
            </a:xfrm>
            <a:custGeom>
              <a:avLst/>
              <a:gdLst/>
              <a:ahLst/>
              <a:cxnLst/>
              <a:rect r="r" b="b" t="t" l="l"/>
              <a:pathLst>
                <a:path h="4788220" w="4583605">
                  <a:moveTo>
                    <a:pt x="0" y="0"/>
                  </a:moveTo>
                  <a:lnTo>
                    <a:pt x="4583605" y="0"/>
                  </a:lnTo>
                  <a:lnTo>
                    <a:pt x="4583605" y="4788220"/>
                  </a:lnTo>
                  <a:lnTo>
                    <a:pt x="0" y="4788220"/>
                  </a:lnTo>
                  <a:close/>
                </a:path>
              </a:pathLst>
            </a:custGeom>
            <a:gradFill rotWithShape="true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4583605" cy="4778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154957" y="756844"/>
            <a:ext cx="2104343" cy="481425"/>
            <a:chOff x="0" y="0"/>
            <a:chExt cx="1776404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76404" cy="406400"/>
            </a:xfrm>
            <a:custGeom>
              <a:avLst/>
              <a:gdLst/>
              <a:ahLst/>
              <a:cxnLst/>
              <a:rect r="r" b="b" t="t" l="l"/>
              <a:pathLst>
                <a:path h="406400" w="1776404">
                  <a:moveTo>
                    <a:pt x="1573204" y="0"/>
                  </a:moveTo>
                  <a:cubicBezTo>
                    <a:pt x="1685428" y="0"/>
                    <a:pt x="1776404" y="90976"/>
                    <a:pt x="1776404" y="203200"/>
                  </a:cubicBezTo>
                  <a:cubicBezTo>
                    <a:pt x="1776404" y="315424"/>
                    <a:pt x="1685428" y="406400"/>
                    <a:pt x="157320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776404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054482" y="2262850"/>
            <a:ext cx="5784422" cy="6645580"/>
            <a:chOff x="0" y="0"/>
            <a:chExt cx="812800" cy="9338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933806"/>
            </a:xfrm>
            <a:custGeom>
              <a:avLst/>
              <a:gdLst/>
              <a:ahLst/>
              <a:cxnLst/>
              <a:rect r="r" b="b" t="t" l="l"/>
              <a:pathLst>
                <a:path h="933806" w="812800">
                  <a:moveTo>
                    <a:pt x="65582" y="0"/>
                  </a:moveTo>
                  <a:lnTo>
                    <a:pt x="747218" y="0"/>
                  </a:lnTo>
                  <a:cubicBezTo>
                    <a:pt x="783438" y="0"/>
                    <a:pt x="812800" y="29362"/>
                    <a:pt x="812800" y="65582"/>
                  </a:cubicBezTo>
                  <a:lnTo>
                    <a:pt x="812800" y="868224"/>
                  </a:lnTo>
                  <a:cubicBezTo>
                    <a:pt x="812800" y="885617"/>
                    <a:pt x="805890" y="902298"/>
                    <a:pt x="793591" y="914597"/>
                  </a:cubicBezTo>
                  <a:cubicBezTo>
                    <a:pt x="781292" y="926896"/>
                    <a:pt x="764611" y="933806"/>
                    <a:pt x="747218" y="933806"/>
                  </a:cubicBezTo>
                  <a:lnTo>
                    <a:pt x="65582" y="933806"/>
                  </a:lnTo>
                  <a:cubicBezTo>
                    <a:pt x="29362" y="933806"/>
                    <a:pt x="0" y="904444"/>
                    <a:pt x="0" y="868224"/>
                  </a:cubicBezTo>
                  <a:lnTo>
                    <a:pt x="0" y="65582"/>
                  </a:lnTo>
                  <a:cubicBezTo>
                    <a:pt x="0" y="29362"/>
                    <a:pt x="29362" y="0"/>
                    <a:pt x="65582" y="0"/>
                  </a:cubicBezTo>
                  <a:close/>
                </a:path>
              </a:pathLst>
            </a:custGeom>
            <a:blipFill>
              <a:blip r:embed="rId4"/>
              <a:stretch>
                <a:fillRect l="-103183" t="0" r="-103183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054482" y="4949018"/>
            <a:ext cx="5784422" cy="3959411"/>
            <a:chOff x="0" y="0"/>
            <a:chExt cx="1523469" cy="104280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23469" cy="1042808"/>
            </a:xfrm>
            <a:custGeom>
              <a:avLst/>
              <a:gdLst/>
              <a:ahLst/>
              <a:cxnLst/>
              <a:rect r="r" b="b" t="t" l="l"/>
              <a:pathLst>
                <a:path h="1042808" w="1523469">
                  <a:moveTo>
                    <a:pt x="68259" y="0"/>
                  </a:moveTo>
                  <a:lnTo>
                    <a:pt x="1455210" y="0"/>
                  </a:lnTo>
                  <a:cubicBezTo>
                    <a:pt x="1473314" y="0"/>
                    <a:pt x="1490675" y="7192"/>
                    <a:pt x="1503476" y="19993"/>
                  </a:cubicBezTo>
                  <a:cubicBezTo>
                    <a:pt x="1516278" y="32794"/>
                    <a:pt x="1523469" y="50155"/>
                    <a:pt x="1523469" y="68259"/>
                  </a:cubicBezTo>
                  <a:lnTo>
                    <a:pt x="1523469" y="974549"/>
                  </a:lnTo>
                  <a:cubicBezTo>
                    <a:pt x="1523469" y="1012247"/>
                    <a:pt x="1492908" y="1042808"/>
                    <a:pt x="1455210" y="1042808"/>
                  </a:cubicBezTo>
                  <a:lnTo>
                    <a:pt x="68259" y="1042808"/>
                  </a:lnTo>
                  <a:cubicBezTo>
                    <a:pt x="50155" y="1042808"/>
                    <a:pt x="32794" y="1035616"/>
                    <a:pt x="19993" y="1022815"/>
                  </a:cubicBezTo>
                  <a:cubicBezTo>
                    <a:pt x="7192" y="1010014"/>
                    <a:pt x="0" y="992652"/>
                    <a:pt x="0" y="974549"/>
                  </a:cubicBezTo>
                  <a:lnTo>
                    <a:pt x="0" y="68259"/>
                  </a:lnTo>
                  <a:cubicBezTo>
                    <a:pt x="0" y="30561"/>
                    <a:pt x="30561" y="0"/>
                    <a:pt x="6825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0"/>
                  </a:srgbClr>
                </a:gs>
                <a:gs pos="100000">
                  <a:srgbClr val="141519">
                    <a:alpha val="57000"/>
                  </a:srgbClr>
                </a:gs>
              </a:gsLst>
              <a:lin ang="54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9050"/>
              <a:ext cx="1523469" cy="10237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932970" y="2262850"/>
            <a:ext cx="5434050" cy="705218"/>
            <a:chOff x="0" y="0"/>
            <a:chExt cx="1417549" cy="18396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17549" cy="183966"/>
            </a:xfrm>
            <a:custGeom>
              <a:avLst/>
              <a:gdLst/>
              <a:ahLst/>
              <a:cxnLst/>
              <a:rect r="r" b="b" t="t" l="l"/>
              <a:pathLst>
                <a:path h="183966" w="1417549">
                  <a:moveTo>
                    <a:pt x="29919" y="0"/>
                  </a:moveTo>
                  <a:lnTo>
                    <a:pt x="1387630" y="0"/>
                  </a:lnTo>
                  <a:cubicBezTo>
                    <a:pt x="1404154" y="0"/>
                    <a:pt x="1417549" y="13395"/>
                    <a:pt x="1417549" y="29919"/>
                  </a:cubicBezTo>
                  <a:lnTo>
                    <a:pt x="1417549" y="154047"/>
                  </a:lnTo>
                  <a:cubicBezTo>
                    <a:pt x="1417549" y="170571"/>
                    <a:pt x="1404154" y="183966"/>
                    <a:pt x="1387630" y="183966"/>
                  </a:cubicBezTo>
                  <a:lnTo>
                    <a:pt x="29919" y="183966"/>
                  </a:lnTo>
                  <a:cubicBezTo>
                    <a:pt x="13395" y="183966"/>
                    <a:pt x="0" y="170571"/>
                    <a:pt x="0" y="154047"/>
                  </a:cubicBezTo>
                  <a:lnTo>
                    <a:pt x="0" y="29919"/>
                  </a:lnTo>
                  <a:cubicBezTo>
                    <a:pt x="0" y="13395"/>
                    <a:pt x="13395" y="0"/>
                    <a:pt x="29919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1417549" cy="1744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3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932970" y="3253947"/>
            <a:ext cx="5434050" cy="705218"/>
            <a:chOff x="0" y="0"/>
            <a:chExt cx="1417549" cy="18396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17549" cy="183966"/>
            </a:xfrm>
            <a:custGeom>
              <a:avLst/>
              <a:gdLst/>
              <a:ahLst/>
              <a:cxnLst/>
              <a:rect r="r" b="b" t="t" l="l"/>
              <a:pathLst>
                <a:path h="183966" w="1417549">
                  <a:moveTo>
                    <a:pt x="29919" y="0"/>
                  </a:moveTo>
                  <a:lnTo>
                    <a:pt x="1387630" y="0"/>
                  </a:lnTo>
                  <a:cubicBezTo>
                    <a:pt x="1404154" y="0"/>
                    <a:pt x="1417549" y="13395"/>
                    <a:pt x="1417549" y="29919"/>
                  </a:cubicBezTo>
                  <a:lnTo>
                    <a:pt x="1417549" y="154047"/>
                  </a:lnTo>
                  <a:cubicBezTo>
                    <a:pt x="1417549" y="170571"/>
                    <a:pt x="1404154" y="183966"/>
                    <a:pt x="1387630" y="183966"/>
                  </a:cubicBezTo>
                  <a:lnTo>
                    <a:pt x="29919" y="183966"/>
                  </a:lnTo>
                  <a:cubicBezTo>
                    <a:pt x="13395" y="183966"/>
                    <a:pt x="0" y="170571"/>
                    <a:pt x="0" y="154047"/>
                  </a:cubicBezTo>
                  <a:lnTo>
                    <a:pt x="0" y="29919"/>
                  </a:lnTo>
                  <a:cubicBezTo>
                    <a:pt x="0" y="13395"/>
                    <a:pt x="13395" y="0"/>
                    <a:pt x="29919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1417549" cy="1744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3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932970" y="4243800"/>
            <a:ext cx="5434050" cy="705218"/>
            <a:chOff x="0" y="0"/>
            <a:chExt cx="1417549" cy="18396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17549" cy="183966"/>
            </a:xfrm>
            <a:custGeom>
              <a:avLst/>
              <a:gdLst/>
              <a:ahLst/>
              <a:cxnLst/>
              <a:rect r="r" b="b" t="t" l="l"/>
              <a:pathLst>
                <a:path h="183966" w="1417549">
                  <a:moveTo>
                    <a:pt x="29919" y="0"/>
                  </a:moveTo>
                  <a:lnTo>
                    <a:pt x="1387630" y="0"/>
                  </a:lnTo>
                  <a:cubicBezTo>
                    <a:pt x="1404154" y="0"/>
                    <a:pt x="1417549" y="13395"/>
                    <a:pt x="1417549" y="29919"/>
                  </a:cubicBezTo>
                  <a:lnTo>
                    <a:pt x="1417549" y="154047"/>
                  </a:lnTo>
                  <a:cubicBezTo>
                    <a:pt x="1417549" y="170571"/>
                    <a:pt x="1404154" y="183966"/>
                    <a:pt x="1387630" y="183966"/>
                  </a:cubicBezTo>
                  <a:lnTo>
                    <a:pt x="29919" y="183966"/>
                  </a:lnTo>
                  <a:cubicBezTo>
                    <a:pt x="13395" y="183966"/>
                    <a:pt x="0" y="170571"/>
                    <a:pt x="0" y="154047"/>
                  </a:cubicBezTo>
                  <a:lnTo>
                    <a:pt x="0" y="29919"/>
                  </a:lnTo>
                  <a:cubicBezTo>
                    <a:pt x="0" y="13395"/>
                    <a:pt x="13395" y="0"/>
                    <a:pt x="29919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9525"/>
              <a:ext cx="1417549" cy="1744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3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932970" y="5233653"/>
            <a:ext cx="5434050" cy="705218"/>
            <a:chOff x="0" y="0"/>
            <a:chExt cx="1417549" cy="18396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17549" cy="183966"/>
            </a:xfrm>
            <a:custGeom>
              <a:avLst/>
              <a:gdLst/>
              <a:ahLst/>
              <a:cxnLst/>
              <a:rect r="r" b="b" t="t" l="l"/>
              <a:pathLst>
                <a:path h="183966" w="1417549">
                  <a:moveTo>
                    <a:pt x="29919" y="0"/>
                  </a:moveTo>
                  <a:lnTo>
                    <a:pt x="1387630" y="0"/>
                  </a:lnTo>
                  <a:cubicBezTo>
                    <a:pt x="1404154" y="0"/>
                    <a:pt x="1417549" y="13395"/>
                    <a:pt x="1417549" y="29919"/>
                  </a:cubicBezTo>
                  <a:lnTo>
                    <a:pt x="1417549" y="154047"/>
                  </a:lnTo>
                  <a:cubicBezTo>
                    <a:pt x="1417549" y="170571"/>
                    <a:pt x="1404154" y="183966"/>
                    <a:pt x="1387630" y="183966"/>
                  </a:cubicBezTo>
                  <a:lnTo>
                    <a:pt x="29919" y="183966"/>
                  </a:lnTo>
                  <a:cubicBezTo>
                    <a:pt x="13395" y="183966"/>
                    <a:pt x="0" y="170571"/>
                    <a:pt x="0" y="154047"/>
                  </a:cubicBezTo>
                  <a:lnTo>
                    <a:pt x="0" y="29919"/>
                  </a:lnTo>
                  <a:cubicBezTo>
                    <a:pt x="0" y="13395"/>
                    <a:pt x="13395" y="0"/>
                    <a:pt x="29919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1417549" cy="1744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3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932970" y="6223506"/>
            <a:ext cx="5434050" cy="705218"/>
            <a:chOff x="0" y="0"/>
            <a:chExt cx="1417549" cy="18396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17549" cy="183966"/>
            </a:xfrm>
            <a:custGeom>
              <a:avLst/>
              <a:gdLst/>
              <a:ahLst/>
              <a:cxnLst/>
              <a:rect r="r" b="b" t="t" l="l"/>
              <a:pathLst>
                <a:path h="183966" w="1417549">
                  <a:moveTo>
                    <a:pt x="29919" y="0"/>
                  </a:moveTo>
                  <a:lnTo>
                    <a:pt x="1387630" y="0"/>
                  </a:lnTo>
                  <a:cubicBezTo>
                    <a:pt x="1404154" y="0"/>
                    <a:pt x="1417549" y="13395"/>
                    <a:pt x="1417549" y="29919"/>
                  </a:cubicBezTo>
                  <a:lnTo>
                    <a:pt x="1417549" y="154047"/>
                  </a:lnTo>
                  <a:cubicBezTo>
                    <a:pt x="1417549" y="170571"/>
                    <a:pt x="1404154" y="183966"/>
                    <a:pt x="1387630" y="183966"/>
                  </a:cubicBezTo>
                  <a:lnTo>
                    <a:pt x="29919" y="183966"/>
                  </a:lnTo>
                  <a:cubicBezTo>
                    <a:pt x="13395" y="183966"/>
                    <a:pt x="0" y="170571"/>
                    <a:pt x="0" y="154047"/>
                  </a:cubicBezTo>
                  <a:lnTo>
                    <a:pt x="0" y="29919"/>
                  </a:lnTo>
                  <a:cubicBezTo>
                    <a:pt x="0" y="13395"/>
                    <a:pt x="13395" y="0"/>
                    <a:pt x="29919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9525"/>
              <a:ext cx="1417549" cy="1744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3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3923200" y="920927"/>
            <a:ext cx="3002725" cy="21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87"/>
              </a:lnSpc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@reallygreatsite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179026" y="920927"/>
            <a:ext cx="1136202" cy="21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87"/>
              </a:lnSpc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About Us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721551" y="920927"/>
            <a:ext cx="811975" cy="21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87"/>
              </a:lnSpc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Menu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144000" y="2462162"/>
            <a:ext cx="4779200" cy="805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3126" indent="-241563" lvl="1">
              <a:lnSpc>
                <a:spcPts val="1969"/>
              </a:lnSpc>
              <a:buFont typeface="Arial"/>
              <a:buChar char="•"/>
            </a:pPr>
            <a:r>
              <a:rPr lang="en-US" sz="2237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 simple online shopping website</a:t>
            </a:r>
          </a:p>
          <a:p>
            <a:pPr algn="l">
              <a:lnSpc>
                <a:spcPts val="1969"/>
              </a:lnSpc>
            </a:pPr>
          </a:p>
          <a:p>
            <a:pPr algn="l">
              <a:lnSpc>
                <a:spcPts val="1969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9423448" y="3516243"/>
            <a:ext cx="4891779" cy="805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3126" indent="-241563" lvl="1">
              <a:lnSpc>
                <a:spcPts val="1969"/>
              </a:lnSpc>
              <a:buFont typeface="Arial"/>
              <a:buChar char="•"/>
            </a:pPr>
            <a:r>
              <a:rPr lang="en-US" sz="2237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Users can browse products</a:t>
            </a:r>
          </a:p>
          <a:p>
            <a:pPr algn="l">
              <a:lnSpc>
                <a:spcPts val="1969"/>
              </a:lnSpc>
            </a:pPr>
          </a:p>
          <a:p>
            <a:pPr algn="l">
              <a:lnSpc>
                <a:spcPts val="1969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9423448" y="4506096"/>
            <a:ext cx="4891779" cy="557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3126" indent="-241563" lvl="1">
              <a:lnSpc>
                <a:spcPts val="1969"/>
              </a:lnSpc>
              <a:buFont typeface="Arial"/>
              <a:buChar char="•"/>
            </a:pPr>
            <a:r>
              <a:rPr lang="en-US" sz="2237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View product details</a:t>
            </a:r>
          </a:p>
          <a:p>
            <a:pPr algn="l">
              <a:lnSpc>
                <a:spcPts val="1969"/>
              </a:lnSpc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9423448" y="5495949"/>
            <a:ext cx="3088392" cy="310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9"/>
              </a:lnSpc>
            </a:pPr>
            <a:r>
              <a:rPr lang="en-US" sz="2237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Add products to the cart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423448" y="6485801"/>
            <a:ext cx="3088392" cy="310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9"/>
              </a:lnSpc>
            </a:pPr>
            <a:r>
              <a:rPr lang="en-US" sz="2237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Proceed to checkout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4577" y="845799"/>
            <a:ext cx="499539" cy="503199"/>
          </a:xfrm>
          <a:custGeom>
            <a:avLst/>
            <a:gdLst/>
            <a:ahLst/>
            <a:cxnLst/>
            <a:rect r="r" b="b" t="t" l="l"/>
            <a:pathLst>
              <a:path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154957" y="756844"/>
            <a:ext cx="2104343" cy="481425"/>
            <a:chOff x="0" y="0"/>
            <a:chExt cx="1776404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76404" cy="406400"/>
            </a:xfrm>
            <a:custGeom>
              <a:avLst/>
              <a:gdLst/>
              <a:ahLst/>
              <a:cxnLst/>
              <a:rect r="r" b="b" t="t" l="l"/>
              <a:pathLst>
                <a:path h="406400" w="1776404">
                  <a:moveTo>
                    <a:pt x="1573204" y="0"/>
                  </a:moveTo>
                  <a:cubicBezTo>
                    <a:pt x="1685428" y="0"/>
                    <a:pt x="1776404" y="90976"/>
                    <a:pt x="1776404" y="203200"/>
                  </a:cubicBezTo>
                  <a:cubicBezTo>
                    <a:pt x="1776404" y="315424"/>
                    <a:pt x="1685428" y="406400"/>
                    <a:pt x="157320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776404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892598" y="1502116"/>
            <a:ext cx="4003334" cy="562565"/>
            <a:chOff x="0" y="0"/>
            <a:chExt cx="2892032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92032" cy="406400"/>
            </a:xfrm>
            <a:custGeom>
              <a:avLst/>
              <a:gdLst/>
              <a:ahLst/>
              <a:cxnLst/>
              <a:rect r="r" b="b" t="t" l="l"/>
              <a:pathLst>
                <a:path h="406400" w="2892032">
                  <a:moveTo>
                    <a:pt x="2688832" y="0"/>
                  </a:moveTo>
                  <a:cubicBezTo>
                    <a:pt x="2801057" y="0"/>
                    <a:pt x="2892032" y="90976"/>
                    <a:pt x="2892032" y="203200"/>
                  </a:cubicBezTo>
                  <a:cubicBezTo>
                    <a:pt x="2892032" y="315424"/>
                    <a:pt x="2801057" y="406400"/>
                    <a:pt x="268883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89203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9994430" y="7328331"/>
            <a:ext cx="18288000" cy="6686550"/>
            <a:chOff x="0" y="0"/>
            <a:chExt cx="4816593" cy="17610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16592" cy="1761067"/>
            </a:xfrm>
            <a:custGeom>
              <a:avLst/>
              <a:gdLst/>
              <a:ahLst/>
              <a:cxnLst/>
              <a:rect r="r" b="b" t="t" l="l"/>
              <a:pathLst>
                <a:path h="176106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761067"/>
                  </a:lnTo>
                  <a:lnTo>
                    <a:pt x="0" y="1761067"/>
                  </a:lnTo>
                  <a:close/>
                </a:path>
              </a:pathLst>
            </a:custGeom>
            <a:gradFill rotWithShape="true">
              <a:gsLst>
                <a:gs pos="0">
                  <a:srgbClr val="2D2E34">
                    <a:alpha val="0"/>
                  </a:srgbClr>
                </a:gs>
                <a:gs pos="100000">
                  <a:srgbClr val="2D2E3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4816593" cy="1742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804746" y="2512188"/>
            <a:ext cx="2546867" cy="3444543"/>
            <a:chOff x="0" y="0"/>
            <a:chExt cx="670780" cy="90720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70780" cy="907205"/>
            </a:xfrm>
            <a:custGeom>
              <a:avLst/>
              <a:gdLst/>
              <a:ahLst/>
              <a:cxnLst/>
              <a:rect r="r" b="b" t="t" l="l"/>
              <a:pathLst>
                <a:path h="907205" w="670780">
                  <a:moveTo>
                    <a:pt x="85114" y="0"/>
                  </a:moveTo>
                  <a:lnTo>
                    <a:pt x="585666" y="0"/>
                  </a:lnTo>
                  <a:cubicBezTo>
                    <a:pt x="632673" y="0"/>
                    <a:pt x="670780" y="38107"/>
                    <a:pt x="670780" y="85114"/>
                  </a:cubicBezTo>
                  <a:lnTo>
                    <a:pt x="670780" y="822091"/>
                  </a:lnTo>
                  <a:cubicBezTo>
                    <a:pt x="670780" y="869098"/>
                    <a:pt x="632673" y="907205"/>
                    <a:pt x="585666" y="907205"/>
                  </a:cubicBezTo>
                  <a:lnTo>
                    <a:pt x="85114" y="907205"/>
                  </a:lnTo>
                  <a:cubicBezTo>
                    <a:pt x="38107" y="907205"/>
                    <a:pt x="0" y="869098"/>
                    <a:pt x="0" y="822091"/>
                  </a:cubicBezTo>
                  <a:lnTo>
                    <a:pt x="0" y="85114"/>
                  </a:lnTo>
                  <a:cubicBezTo>
                    <a:pt x="0" y="38107"/>
                    <a:pt x="38107" y="0"/>
                    <a:pt x="8511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4A5B">
                    <a:alpha val="10000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670780" cy="888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662129" y="2512188"/>
            <a:ext cx="2546867" cy="3444543"/>
            <a:chOff x="0" y="0"/>
            <a:chExt cx="670780" cy="90720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70780" cy="907205"/>
            </a:xfrm>
            <a:custGeom>
              <a:avLst/>
              <a:gdLst/>
              <a:ahLst/>
              <a:cxnLst/>
              <a:rect r="r" b="b" t="t" l="l"/>
              <a:pathLst>
                <a:path h="907205" w="670780">
                  <a:moveTo>
                    <a:pt x="85114" y="0"/>
                  </a:moveTo>
                  <a:lnTo>
                    <a:pt x="585666" y="0"/>
                  </a:lnTo>
                  <a:cubicBezTo>
                    <a:pt x="632673" y="0"/>
                    <a:pt x="670780" y="38107"/>
                    <a:pt x="670780" y="85114"/>
                  </a:cubicBezTo>
                  <a:lnTo>
                    <a:pt x="670780" y="822091"/>
                  </a:lnTo>
                  <a:cubicBezTo>
                    <a:pt x="670780" y="869098"/>
                    <a:pt x="632673" y="907205"/>
                    <a:pt x="585666" y="907205"/>
                  </a:cubicBezTo>
                  <a:lnTo>
                    <a:pt x="85114" y="907205"/>
                  </a:lnTo>
                  <a:cubicBezTo>
                    <a:pt x="38107" y="907205"/>
                    <a:pt x="0" y="869098"/>
                    <a:pt x="0" y="822091"/>
                  </a:cubicBezTo>
                  <a:lnTo>
                    <a:pt x="0" y="85114"/>
                  </a:lnTo>
                  <a:cubicBezTo>
                    <a:pt x="0" y="38107"/>
                    <a:pt x="38107" y="0"/>
                    <a:pt x="85114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19050"/>
              <a:ext cx="670780" cy="888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516715" y="2512188"/>
            <a:ext cx="2546867" cy="3444543"/>
            <a:chOff x="0" y="0"/>
            <a:chExt cx="670780" cy="90720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70780" cy="907205"/>
            </a:xfrm>
            <a:custGeom>
              <a:avLst/>
              <a:gdLst/>
              <a:ahLst/>
              <a:cxnLst/>
              <a:rect r="r" b="b" t="t" l="l"/>
              <a:pathLst>
                <a:path h="907205" w="670780">
                  <a:moveTo>
                    <a:pt x="85114" y="0"/>
                  </a:moveTo>
                  <a:lnTo>
                    <a:pt x="585666" y="0"/>
                  </a:lnTo>
                  <a:cubicBezTo>
                    <a:pt x="632673" y="0"/>
                    <a:pt x="670780" y="38107"/>
                    <a:pt x="670780" y="85114"/>
                  </a:cubicBezTo>
                  <a:lnTo>
                    <a:pt x="670780" y="822091"/>
                  </a:lnTo>
                  <a:cubicBezTo>
                    <a:pt x="670780" y="869098"/>
                    <a:pt x="632673" y="907205"/>
                    <a:pt x="585666" y="907205"/>
                  </a:cubicBezTo>
                  <a:lnTo>
                    <a:pt x="85114" y="907205"/>
                  </a:lnTo>
                  <a:cubicBezTo>
                    <a:pt x="38107" y="907205"/>
                    <a:pt x="0" y="869098"/>
                    <a:pt x="0" y="822091"/>
                  </a:cubicBezTo>
                  <a:lnTo>
                    <a:pt x="0" y="85114"/>
                  </a:lnTo>
                  <a:cubicBezTo>
                    <a:pt x="0" y="38107"/>
                    <a:pt x="38107" y="0"/>
                    <a:pt x="85114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19050"/>
              <a:ext cx="670780" cy="888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371300" y="2512188"/>
            <a:ext cx="2546867" cy="3444543"/>
            <a:chOff x="0" y="0"/>
            <a:chExt cx="670780" cy="90720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70780" cy="907205"/>
            </a:xfrm>
            <a:custGeom>
              <a:avLst/>
              <a:gdLst/>
              <a:ahLst/>
              <a:cxnLst/>
              <a:rect r="r" b="b" t="t" l="l"/>
              <a:pathLst>
                <a:path h="907205" w="670780">
                  <a:moveTo>
                    <a:pt x="85114" y="0"/>
                  </a:moveTo>
                  <a:lnTo>
                    <a:pt x="585666" y="0"/>
                  </a:lnTo>
                  <a:cubicBezTo>
                    <a:pt x="632673" y="0"/>
                    <a:pt x="670780" y="38107"/>
                    <a:pt x="670780" y="85114"/>
                  </a:cubicBezTo>
                  <a:lnTo>
                    <a:pt x="670780" y="822091"/>
                  </a:lnTo>
                  <a:cubicBezTo>
                    <a:pt x="670780" y="869098"/>
                    <a:pt x="632673" y="907205"/>
                    <a:pt x="585666" y="907205"/>
                  </a:cubicBezTo>
                  <a:lnTo>
                    <a:pt x="85114" y="907205"/>
                  </a:lnTo>
                  <a:cubicBezTo>
                    <a:pt x="38107" y="907205"/>
                    <a:pt x="0" y="869098"/>
                    <a:pt x="0" y="822091"/>
                  </a:cubicBezTo>
                  <a:lnTo>
                    <a:pt x="0" y="85114"/>
                  </a:lnTo>
                  <a:cubicBezTo>
                    <a:pt x="0" y="38107"/>
                    <a:pt x="38107" y="0"/>
                    <a:pt x="85114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19050"/>
              <a:ext cx="670780" cy="888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225886" y="2512188"/>
            <a:ext cx="2546867" cy="3444543"/>
            <a:chOff x="0" y="0"/>
            <a:chExt cx="670780" cy="90720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70780" cy="907205"/>
            </a:xfrm>
            <a:custGeom>
              <a:avLst/>
              <a:gdLst/>
              <a:ahLst/>
              <a:cxnLst/>
              <a:rect r="r" b="b" t="t" l="l"/>
              <a:pathLst>
                <a:path h="907205" w="670780">
                  <a:moveTo>
                    <a:pt x="85114" y="0"/>
                  </a:moveTo>
                  <a:lnTo>
                    <a:pt x="585666" y="0"/>
                  </a:lnTo>
                  <a:cubicBezTo>
                    <a:pt x="632673" y="0"/>
                    <a:pt x="670780" y="38107"/>
                    <a:pt x="670780" y="85114"/>
                  </a:cubicBezTo>
                  <a:lnTo>
                    <a:pt x="670780" y="822091"/>
                  </a:lnTo>
                  <a:cubicBezTo>
                    <a:pt x="670780" y="869098"/>
                    <a:pt x="632673" y="907205"/>
                    <a:pt x="585666" y="907205"/>
                  </a:cubicBezTo>
                  <a:lnTo>
                    <a:pt x="85114" y="907205"/>
                  </a:lnTo>
                  <a:cubicBezTo>
                    <a:pt x="38107" y="907205"/>
                    <a:pt x="0" y="869098"/>
                    <a:pt x="0" y="822091"/>
                  </a:cubicBezTo>
                  <a:lnTo>
                    <a:pt x="0" y="85114"/>
                  </a:lnTo>
                  <a:cubicBezTo>
                    <a:pt x="0" y="38107"/>
                    <a:pt x="38107" y="0"/>
                    <a:pt x="85114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19050"/>
              <a:ext cx="670780" cy="888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470201" y="5278502"/>
            <a:ext cx="422397" cy="422397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611082" y="5278502"/>
            <a:ext cx="422397" cy="422397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323546" y="5278502"/>
            <a:ext cx="422397" cy="422397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-5400000">
            <a:off x="10548609" y="4425681"/>
            <a:ext cx="284742" cy="152208"/>
          </a:xfrm>
          <a:custGeom>
            <a:avLst/>
            <a:gdLst/>
            <a:ahLst/>
            <a:cxnLst/>
            <a:rect r="r" b="b" t="t" l="l"/>
            <a:pathLst>
              <a:path h="152208" w="284742">
                <a:moveTo>
                  <a:pt x="0" y="0"/>
                </a:moveTo>
                <a:lnTo>
                  <a:pt x="284742" y="0"/>
                </a:lnTo>
                <a:lnTo>
                  <a:pt x="284742" y="152207"/>
                </a:lnTo>
                <a:lnTo>
                  <a:pt x="0" y="1522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-5400000">
            <a:off x="6593106" y="5432559"/>
            <a:ext cx="213796" cy="114284"/>
          </a:xfrm>
          <a:custGeom>
            <a:avLst/>
            <a:gdLst/>
            <a:ahLst/>
            <a:cxnLst/>
            <a:rect r="r" b="b" t="t" l="l"/>
            <a:pathLst>
              <a:path h="114284" w="213796">
                <a:moveTo>
                  <a:pt x="0" y="0"/>
                </a:moveTo>
                <a:lnTo>
                  <a:pt x="213796" y="0"/>
                </a:lnTo>
                <a:lnTo>
                  <a:pt x="213796" y="114284"/>
                </a:lnTo>
                <a:lnTo>
                  <a:pt x="0" y="1142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-5400000">
            <a:off x="3733987" y="5432559"/>
            <a:ext cx="213796" cy="114284"/>
          </a:xfrm>
          <a:custGeom>
            <a:avLst/>
            <a:gdLst/>
            <a:ahLst/>
            <a:cxnLst/>
            <a:rect r="r" b="b" t="t" l="l"/>
            <a:pathLst>
              <a:path h="114284" w="213796">
                <a:moveTo>
                  <a:pt x="0" y="0"/>
                </a:moveTo>
                <a:lnTo>
                  <a:pt x="213796" y="0"/>
                </a:lnTo>
                <a:lnTo>
                  <a:pt x="213796" y="114284"/>
                </a:lnTo>
                <a:lnTo>
                  <a:pt x="0" y="1142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-5400000">
            <a:off x="9446451" y="5432559"/>
            <a:ext cx="213796" cy="114284"/>
          </a:xfrm>
          <a:custGeom>
            <a:avLst/>
            <a:gdLst/>
            <a:ahLst/>
            <a:cxnLst/>
            <a:rect r="r" b="b" t="t" l="l"/>
            <a:pathLst>
              <a:path h="114284" w="213796">
                <a:moveTo>
                  <a:pt x="0" y="0"/>
                </a:moveTo>
                <a:lnTo>
                  <a:pt x="213796" y="0"/>
                </a:lnTo>
                <a:lnTo>
                  <a:pt x="213796" y="114284"/>
                </a:lnTo>
                <a:lnTo>
                  <a:pt x="0" y="1142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3923200" y="920927"/>
            <a:ext cx="3002725" cy="21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87"/>
              </a:lnSpc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@reallygreatsite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179026" y="920927"/>
            <a:ext cx="1136202" cy="21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87"/>
              </a:lnSpc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About Us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721551" y="920927"/>
            <a:ext cx="811975" cy="21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87"/>
              </a:lnSpc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Menu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496712" y="1273516"/>
            <a:ext cx="9206253" cy="876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28"/>
              </a:lnSpc>
            </a:pPr>
            <a:r>
              <a:rPr lang="en-US" sz="42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Project Pages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100372" y="3042203"/>
            <a:ext cx="2003229" cy="1161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2492" indent="-301246" lvl="1">
              <a:lnSpc>
                <a:spcPts val="2902"/>
              </a:lnSpc>
              <a:buFont typeface="Arial"/>
              <a:buChar char="•"/>
            </a:pPr>
            <a:r>
              <a:rPr lang="en-US" b="true" sz="2790" spc="-117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Home Page</a:t>
            </a:r>
          </a:p>
          <a:p>
            <a:pPr algn="l">
              <a:lnSpc>
                <a:spcPts val="2902"/>
              </a:lnSpc>
            </a:pPr>
          </a:p>
        </p:txBody>
      </p:sp>
      <p:sp>
        <p:nvSpPr>
          <p:cNvPr name="TextBox 45" id="45"/>
          <p:cNvSpPr txBox="true"/>
          <p:nvPr/>
        </p:nvSpPr>
        <p:spPr>
          <a:xfrm rot="0">
            <a:off x="4504630" y="3042203"/>
            <a:ext cx="2540817" cy="896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7227" indent="-338614" lvl="1">
              <a:lnSpc>
                <a:spcPts val="3262"/>
              </a:lnSpc>
              <a:buFont typeface="Arial"/>
              <a:buChar char="•"/>
            </a:pPr>
            <a:r>
              <a:rPr lang="en-US" b="true" sz="3136" spc="-13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Products Page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523321" y="2914035"/>
            <a:ext cx="2265775" cy="1773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2796" indent="-346398" lvl="1">
              <a:lnSpc>
                <a:spcPts val="3337"/>
              </a:lnSpc>
              <a:buFont typeface="Arial"/>
              <a:buChar char="•"/>
            </a:pPr>
            <a:r>
              <a:rPr lang="en-US" b="true" sz="3208" spc="-134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Product Details Page</a:t>
            </a:r>
          </a:p>
          <a:p>
            <a:pPr algn="l">
              <a:lnSpc>
                <a:spcPts val="3594"/>
              </a:lnSpc>
            </a:pPr>
          </a:p>
        </p:txBody>
      </p:sp>
      <p:sp>
        <p:nvSpPr>
          <p:cNvPr name="TextBox 47" id="47"/>
          <p:cNvSpPr txBox="true"/>
          <p:nvPr/>
        </p:nvSpPr>
        <p:spPr>
          <a:xfrm rot="0">
            <a:off x="10768484" y="3042203"/>
            <a:ext cx="1867719" cy="896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7193" indent="-333597" lvl="1">
              <a:lnSpc>
                <a:spcPts val="3213"/>
              </a:lnSpc>
              <a:buFont typeface="Arial"/>
              <a:buChar char="•"/>
            </a:pPr>
            <a:r>
              <a:rPr lang="en-US" b="true" sz="3090" spc="-129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Cart Page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470617" y="3042203"/>
            <a:ext cx="2302136" cy="1522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2984" indent="-396492" lvl="1">
              <a:lnSpc>
                <a:spcPts val="3819"/>
              </a:lnSpc>
              <a:buFont typeface="Arial"/>
              <a:buChar char="•"/>
            </a:pPr>
            <a:r>
              <a:rPr lang="en-US" b="true" sz="3672" spc="-154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CheCkout Page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2176892" y="5278502"/>
            <a:ext cx="422397" cy="422397"/>
            <a:chOff x="0" y="0"/>
            <a:chExt cx="812800" cy="812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Freeform 52" id="52"/>
          <p:cNvSpPr/>
          <p:nvPr/>
        </p:nvSpPr>
        <p:spPr>
          <a:xfrm flipH="false" flipV="false" rot="-5400000">
            <a:off x="12299797" y="5432559"/>
            <a:ext cx="213796" cy="114284"/>
          </a:xfrm>
          <a:custGeom>
            <a:avLst/>
            <a:gdLst/>
            <a:ahLst/>
            <a:cxnLst/>
            <a:rect r="r" b="b" t="t" l="l"/>
            <a:pathLst>
              <a:path h="114284" w="213796">
                <a:moveTo>
                  <a:pt x="0" y="0"/>
                </a:moveTo>
                <a:lnTo>
                  <a:pt x="213796" y="0"/>
                </a:lnTo>
                <a:lnTo>
                  <a:pt x="213796" y="114284"/>
                </a:lnTo>
                <a:lnTo>
                  <a:pt x="0" y="1142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15030237" y="5278502"/>
            <a:ext cx="422397" cy="422397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Freeform 56" id="56"/>
          <p:cNvSpPr/>
          <p:nvPr/>
        </p:nvSpPr>
        <p:spPr>
          <a:xfrm flipH="false" flipV="false" rot="-5400000">
            <a:off x="15153142" y="5432559"/>
            <a:ext cx="213796" cy="114284"/>
          </a:xfrm>
          <a:custGeom>
            <a:avLst/>
            <a:gdLst/>
            <a:ahLst/>
            <a:cxnLst/>
            <a:rect r="r" b="b" t="t" l="l"/>
            <a:pathLst>
              <a:path h="114284" w="213796">
                <a:moveTo>
                  <a:pt x="0" y="0"/>
                </a:moveTo>
                <a:lnTo>
                  <a:pt x="213796" y="0"/>
                </a:lnTo>
                <a:lnTo>
                  <a:pt x="213796" y="114284"/>
                </a:lnTo>
                <a:lnTo>
                  <a:pt x="0" y="1142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7" id="57"/>
          <p:cNvGrpSpPr/>
          <p:nvPr/>
        </p:nvGrpSpPr>
        <p:grpSpPr>
          <a:xfrm rot="0">
            <a:off x="-8010744" y="8510768"/>
            <a:ext cx="18288000" cy="6686550"/>
            <a:chOff x="0" y="0"/>
            <a:chExt cx="4816593" cy="176106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816592" cy="1761067"/>
            </a:xfrm>
            <a:custGeom>
              <a:avLst/>
              <a:gdLst/>
              <a:ahLst/>
              <a:cxnLst/>
              <a:rect r="r" b="b" t="t" l="l"/>
              <a:pathLst>
                <a:path h="176106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761067"/>
                  </a:lnTo>
                  <a:lnTo>
                    <a:pt x="0" y="1761067"/>
                  </a:lnTo>
                  <a:close/>
                </a:path>
              </a:pathLst>
            </a:custGeom>
            <a:gradFill rotWithShape="true">
              <a:gsLst>
                <a:gs pos="0">
                  <a:srgbClr val="2D2E34">
                    <a:alpha val="0"/>
                  </a:srgbClr>
                </a:gs>
                <a:gs pos="100000">
                  <a:srgbClr val="2D2E3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19050"/>
              <a:ext cx="4816593" cy="1742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648263" y="6185331"/>
            <a:ext cx="2546867" cy="3444543"/>
            <a:chOff x="0" y="0"/>
            <a:chExt cx="670780" cy="90720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70780" cy="907205"/>
            </a:xfrm>
            <a:custGeom>
              <a:avLst/>
              <a:gdLst/>
              <a:ahLst/>
              <a:cxnLst/>
              <a:rect r="r" b="b" t="t" l="l"/>
              <a:pathLst>
                <a:path h="907205" w="670780">
                  <a:moveTo>
                    <a:pt x="85114" y="0"/>
                  </a:moveTo>
                  <a:lnTo>
                    <a:pt x="585666" y="0"/>
                  </a:lnTo>
                  <a:cubicBezTo>
                    <a:pt x="632673" y="0"/>
                    <a:pt x="670780" y="38107"/>
                    <a:pt x="670780" y="85114"/>
                  </a:cubicBezTo>
                  <a:lnTo>
                    <a:pt x="670780" y="822091"/>
                  </a:lnTo>
                  <a:cubicBezTo>
                    <a:pt x="670780" y="869098"/>
                    <a:pt x="632673" y="907205"/>
                    <a:pt x="585666" y="907205"/>
                  </a:cubicBezTo>
                  <a:lnTo>
                    <a:pt x="85114" y="907205"/>
                  </a:lnTo>
                  <a:cubicBezTo>
                    <a:pt x="38107" y="907205"/>
                    <a:pt x="0" y="869098"/>
                    <a:pt x="0" y="822091"/>
                  </a:cubicBezTo>
                  <a:lnTo>
                    <a:pt x="0" y="85114"/>
                  </a:lnTo>
                  <a:cubicBezTo>
                    <a:pt x="0" y="38107"/>
                    <a:pt x="38107" y="0"/>
                    <a:pt x="85114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19050"/>
              <a:ext cx="670780" cy="888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502849" y="6185331"/>
            <a:ext cx="2546867" cy="3444543"/>
            <a:chOff x="0" y="0"/>
            <a:chExt cx="670780" cy="907205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70780" cy="907205"/>
            </a:xfrm>
            <a:custGeom>
              <a:avLst/>
              <a:gdLst/>
              <a:ahLst/>
              <a:cxnLst/>
              <a:rect r="r" b="b" t="t" l="l"/>
              <a:pathLst>
                <a:path h="907205" w="670780">
                  <a:moveTo>
                    <a:pt x="85114" y="0"/>
                  </a:moveTo>
                  <a:lnTo>
                    <a:pt x="585666" y="0"/>
                  </a:lnTo>
                  <a:cubicBezTo>
                    <a:pt x="632673" y="0"/>
                    <a:pt x="670780" y="38107"/>
                    <a:pt x="670780" y="85114"/>
                  </a:cubicBezTo>
                  <a:lnTo>
                    <a:pt x="670780" y="822091"/>
                  </a:lnTo>
                  <a:cubicBezTo>
                    <a:pt x="670780" y="869098"/>
                    <a:pt x="632673" y="907205"/>
                    <a:pt x="585666" y="907205"/>
                  </a:cubicBezTo>
                  <a:lnTo>
                    <a:pt x="85114" y="907205"/>
                  </a:lnTo>
                  <a:cubicBezTo>
                    <a:pt x="38107" y="907205"/>
                    <a:pt x="0" y="869098"/>
                    <a:pt x="0" y="822091"/>
                  </a:cubicBezTo>
                  <a:lnTo>
                    <a:pt x="0" y="85114"/>
                  </a:lnTo>
                  <a:cubicBezTo>
                    <a:pt x="0" y="38107"/>
                    <a:pt x="38107" y="0"/>
                    <a:pt x="85114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19050"/>
              <a:ext cx="670780" cy="888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Freeform 66" id="66"/>
          <p:cNvSpPr/>
          <p:nvPr/>
        </p:nvSpPr>
        <p:spPr>
          <a:xfrm flipH="false" flipV="false" rot="-5400000">
            <a:off x="3939561" y="9105702"/>
            <a:ext cx="213796" cy="114284"/>
          </a:xfrm>
          <a:custGeom>
            <a:avLst/>
            <a:gdLst/>
            <a:ahLst/>
            <a:cxnLst/>
            <a:rect r="r" b="b" t="t" l="l"/>
            <a:pathLst>
              <a:path h="114284" w="213796">
                <a:moveTo>
                  <a:pt x="0" y="0"/>
                </a:moveTo>
                <a:lnTo>
                  <a:pt x="213796" y="0"/>
                </a:lnTo>
                <a:lnTo>
                  <a:pt x="213796" y="114284"/>
                </a:lnTo>
                <a:lnTo>
                  <a:pt x="0" y="1142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7" id="67"/>
          <p:cNvSpPr txBox="true"/>
          <p:nvPr/>
        </p:nvSpPr>
        <p:spPr>
          <a:xfrm rot="0">
            <a:off x="6892598" y="6724871"/>
            <a:ext cx="1899883" cy="1252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5205" indent="-327602" lvl="1">
              <a:lnSpc>
                <a:spcPts val="3156"/>
              </a:lnSpc>
              <a:buFont typeface="Arial"/>
              <a:buChar char="•"/>
            </a:pPr>
            <a:r>
              <a:rPr lang="en-US" b="true" sz="3034" spc="-127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About Page</a:t>
            </a:r>
          </a:p>
          <a:p>
            <a:pPr algn="l">
              <a:lnSpc>
                <a:spcPts val="3156"/>
              </a:lnSpc>
            </a:pPr>
          </a:p>
        </p:txBody>
      </p:sp>
      <p:sp>
        <p:nvSpPr>
          <p:cNvPr name="TextBox 68" id="68"/>
          <p:cNvSpPr txBox="true"/>
          <p:nvPr/>
        </p:nvSpPr>
        <p:spPr>
          <a:xfrm rot="0">
            <a:off x="9719360" y="6804456"/>
            <a:ext cx="1925374" cy="1292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4395" indent="-322198" lvl="1">
              <a:lnSpc>
                <a:spcPts val="3104"/>
              </a:lnSpc>
              <a:buFont typeface="Arial"/>
              <a:buChar char="•"/>
            </a:pPr>
            <a:r>
              <a:rPr lang="en-US" b="true" sz="2984" spc="-125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Contact Page</a:t>
            </a:r>
          </a:p>
          <a:p>
            <a:pPr algn="l">
              <a:lnSpc>
                <a:spcPts val="3410"/>
              </a:lnSpc>
            </a:pPr>
          </a:p>
        </p:txBody>
      </p:sp>
      <p:grpSp>
        <p:nvGrpSpPr>
          <p:cNvPr name="Group 69" id="69"/>
          <p:cNvGrpSpPr/>
          <p:nvPr/>
        </p:nvGrpSpPr>
        <p:grpSpPr>
          <a:xfrm rot="0">
            <a:off x="8344494" y="9016194"/>
            <a:ext cx="422397" cy="422397"/>
            <a:chOff x="0" y="0"/>
            <a:chExt cx="812800" cy="8128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-5400000">
            <a:off x="8467399" y="9170251"/>
            <a:ext cx="213796" cy="114284"/>
          </a:xfrm>
          <a:custGeom>
            <a:avLst/>
            <a:gdLst/>
            <a:ahLst/>
            <a:cxnLst/>
            <a:rect r="r" b="b" t="t" l="l"/>
            <a:pathLst>
              <a:path h="114284" w="213796">
                <a:moveTo>
                  <a:pt x="0" y="0"/>
                </a:moveTo>
                <a:lnTo>
                  <a:pt x="213796" y="0"/>
                </a:lnTo>
                <a:lnTo>
                  <a:pt x="213796" y="114283"/>
                </a:lnTo>
                <a:lnTo>
                  <a:pt x="0" y="114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3" id="73"/>
          <p:cNvGrpSpPr/>
          <p:nvPr/>
        </p:nvGrpSpPr>
        <p:grpSpPr>
          <a:xfrm rot="0">
            <a:off x="11197840" y="9016194"/>
            <a:ext cx="422397" cy="422397"/>
            <a:chOff x="0" y="0"/>
            <a:chExt cx="812800" cy="8128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5" id="75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Freeform 76" id="76"/>
          <p:cNvSpPr/>
          <p:nvPr/>
        </p:nvSpPr>
        <p:spPr>
          <a:xfrm flipH="false" flipV="false" rot="-5400000">
            <a:off x="11320744" y="9170251"/>
            <a:ext cx="213796" cy="114284"/>
          </a:xfrm>
          <a:custGeom>
            <a:avLst/>
            <a:gdLst/>
            <a:ahLst/>
            <a:cxnLst/>
            <a:rect r="r" b="b" t="t" l="l"/>
            <a:pathLst>
              <a:path h="114284" w="213796">
                <a:moveTo>
                  <a:pt x="0" y="0"/>
                </a:moveTo>
                <a:lnTo>
                  <a:pt x="213797" y="0"/>
                </a:lnTo>
                <a:lnTo>
                  <a:pt x="213797" y="114283"/>
                </a:lnTo>
                <a:lnTo>
                  <a:pt x="0" y="114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4577" y="845799"/>
            <a:ext cx="499539" cy="503199"/>
          </a:xfrm>
          <a:custGeom>
            <a:avLst/>
            <a:gdLst/>
            <a:ahLst/>
            <a:cxnLst/>
            <a:rect r="r" b="b" t="t" l="l"/>
            <a:pathLst>
              <a:path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154957" y="756844"/>
            <a:ext cx="2104343" cy="481425"/>
            <a:chOff x="0" y="0"/>
            <a:chExt cx="1776404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76404" cy="406400"/>
            </a:xfrm>
            <a:custGeom>
              <a:avLst/>
              <a:gdLst/>
              <a:ahLst/>
              <a:cxnLst/>
              <a:rect r="r" b="b" t="t" l="l"/>
              <a:pathLst>
                <a:path h="406400" w="1776404">
                  <a:moveTo>
                    <a:pt x="1573204" y="0"/>
                  </a:moveTo>
                  <a:cubicBezTo>
                    <a:pt x="1685428" y="0"/>
                    <a:pt x="1776404" y="90976"/>
                    <a:pt x="1776404" y="203200"/>
                  </a:cubicBezTo>
                  <a:cubicBezTo>
                    <a:pt x="1776404" y="315424"/>
                    <a:pt x="1685428" y="406400"/>
                    <a:pt x="157320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776404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054482" y="5250829"/>
            <a:ext cx="3293766" cy="3657600"/>
            <a:chOff x="0" y="0"/>
            <a:chExt cx="867494" cy="9633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67494" cy="963319"/>
            </a:xfrm>
            <a:custGeom>
              <a:avLst/>
              <a:gdLst/>
              <a:ahLst/>
              <a:cxnLst/>
              <a:rect r="r" b="b" t="t" l="l"/>
              <a:pathLst>
                <a:path h="963319" w="867494">
                  <a:moveTo>
                    <a:pt x="82267" y="0"/>
                  </a:moveTo>
                  <a:lnTo>
                    <a:pt x="785227" y="0"/>
                  </a:lnTo>
                  <a:cubicBezTo>
                    <a:pt x="807046" y="0"/>
                    <a:pt x="827970" y="8667"/>
                    <a:pt x="843399" y="24095"/>
                  </a:cubicBezTo>
                  <a:cubicBezTo>
                    <a:pt x="858826" y="39523"/>
                    <a:pt x="867494" y="60448"/>
                    <a:pt x="867494" y="82267"/>
                  </a:cubicBezTo>
                  <a:lnTo>
                    <a:pt x="867494" y="881052"/>
                  </a:lnTo>
                  <a:cubicBezTo>
                    <a:pt x="867494" y="902870"/>
                    <a:pt x="858826" y="923795"/>
                    <a:pt x="843399" y="939223"/>
                  </a:cubicBezTo>
                  <a:cubicBezTo>
                    <a:pt x="827970" y="954651"/>
                    <a:pt x="807046" y="963319"/>
                    <a:pt x="785227" y="963319"/>
                  </a:cubicBezTo>
                  <a:lnTo>
                    <a:pt x="82267" y="963319"/>
                  </a:lnTo>
                  <a:cubicBezTo>
                    <a:pt x="60448" y="963319"/>
                    <a:pt x="39523" y="954651"/>
                    <a:pt x="24095" y="939223"/>
                  </a:cubicBezTo>
                  <a:cubicBezTo>
                    <a:pt x="8667" y="923795"/>
                    <a:pt x="0" y="902870"/>
                    <a:pt x="0" y="881052"/>
                  </a:cubicBezTo>
                  <a:lnTo>
                    <a:pt x="0" y="82267"/>
                  </a:lnTo>
                  <a:cubicBezTo>
                    <a:pt x="0" y="60448"/>
                    <a:pt x="8667" y="39523"/>
                    <a:pt x="24095" y="24095"/>
                  </a:cubicBezTo>
                  <a:cubicBezTo>
                    <a:pt x="39523" y="8667"/>
                    <a:pt x="60448" y="0"/>
                    <a:pt x="82267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867494" cy="9442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38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054482" y="2262850"/>
            <a:ext cx="10409926" cy="2638134"/>
            <a:chOff x="0" y="0"/>
            <a:chExt cx="2741709" cy="69481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41709" cy="694817"/>
            </a:xfrm>
            <a:custGeom>
              <a:avLst/>
              <a:gdLst/>
              <a:ahLst/>
              <a:cxnLst/>
              <a:rect r="r" b="b" t="t" l="l"/>
              <a:pathLst>
                <a:path h="694817" w="2741709">
                  <a:moveTo>
                    <a:pt x="26030" y="0"/>
                  </a:moveTo>
                  <a:lnTo>
                    <a:pt x="2715679" y="0"/>
                  </a:lnTo>
                  <a:cubicBezTo>
                    <a:pt x="2722583" y="0"/>
                    <a:pt x="2729204" y="2742"/>
                    <a:pt x="2734085" y="7624"/>
                  </a:cubicBezTo>
                  <a:cubicBezTo>
                    <a:pt x="2738967" y="12505"/>
                    <a:pt x="2741709" y="19126"/>
                    <a:pt x="2741709" y="26030"/>
                  </a:cubicBezTo>
                  <a:lnTo>
                    <a:pt x="2741709" y="668787"/>
                  </a:lnTo>
                  <a:cubicBezTo>
                    <a:pt x="2741709" y="683163"/>
                    <a:pt x="2730055" y="694817"/>
                    <a:pt x="2715679" y="694817"/>
                  </a:cubicBezTo>
                  <a:lnTo>
                    <a:pt x="26030" y="694817"/>
                  </a:lnTo>
                  <a:cubicBezTo>
                    <a:pt x="19126" y="694817"/>
                    <a:pt x="12505" y="692075"/>
                    <a:pt x="7624" y="687193"/>
                  </a:cubicBezTo>
                  <a:cubicBezTo>
                    <a:pt x="2742" y="682312"/>
                    <a:pt x="0" y="675691"/>
                    <a:pt x="0" y="668787"/>
                  </a:cubicBezTo>
                  <a:lnTo>
                    <a:pt x="0" y="26030"/>
                  </a:lnTo>
                  <a:cubicBezTo>
                    <a:pt x="0" y="11654"/>
                    <a:pt x="11654" y="0"/>
                    <a:pt x="2603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4A5B">
                    <a:alpha val="10000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2741709" cy="675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38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612562" y="5250829"/>
            <a:ext cx="3293766" cy="3657600"/>
            <a:chOff x="0" y="0"/>
            <a:chExt cx="867494" cy="9633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67494" cy="963319"/>
            </a:xfrm>
            <a:custGeom>
              <a:avLst/>
              <a:gdLst/>
              <a:ahLst/>
              <a:cxnLst/>
              <a:rect r="r" b="b" t="t" l="l"/>
              <a:pathLst>
                <a:path h="963319" w="867494">
                  <a:moveTo>
                    <a:pt x="82267" y="0"/>
                  </a:moveTo>
                  <a:lnTo>
                    <a:pt x="785227" y="0"/>
                  </a:lnTo>
                  <a:cubicBezTo>
                    <a:pt x="807046" y="0"/>
                    <a:pt x="827970" y="8667"/>
                    <a:pt x="843399" y="24095"/>
                  </a:cubicBezTo>
                  <a:cubicBezTo>
                    <a:pt x="858826" y="39523"/>
                    <a:pt x="867494" y="60448"/>
                    <a:pt x="867494" y="82267"/>
                  </a:cubicBezTo>
                  <a:lnTo>
                    <a:pt x="867494" y="881052"/>
                  </a:lnTo>
                  <a:cubicBezTo>
                    <a:pt x="867494" y="902870"/>
                    <a:pt x="858826" y="923795"/>
                    <a:pt x="843399" y="939223"/>
                  </a:cubicBezTo>
                  <a:cubicBezTo>
                    <a:pt x="827970" y="954651"/>
                    <a:pt x="807046" y="963319"/>
                    <a:pt x="785227" y="963319"/>
                  </a:cubicBezTo>
                  <a:lnTo>
                    <a:pt x="82267" y="963319"/>
                  </a:lnTo>
                  <a:cubicBezTo>
                    <a:pt x="60448" y="963319"/>
                    <a:pt x="39523" y="954651"/>
                    <a:pt x="24095" y="939223"/>
                  </a:cubicBezTo>
                  <a:cubicBezTo>
                    <a:pt x="8667" y="923795"/>
                    <a:pt x="0" y="902870"/>
                    <a:pt x="0" y="881052"/>
                  </a:cubicBezTo>
                  <a:lnTo>
                    <a:pt x="0" y="82267"/>
                  </a:lnTo>
                  <a:cubicBezTo>
                    <a:pt x="0" y="60448"/>
                    <a:pt x="8667" y="39523"/>
                    <a:pt x="24095" y="24095"/>
                  </a:cubicBezTo>
                  <a:cubicBezTo>
                    <a:pt x="39523" y="8667"/>
                    <a:pt x="60448" y="0"/>
                    <a:pt x="82267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867494" cy="9442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387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70642" y="5250829"/>
            <a:ext cx="3293766" cy="3657600"/>
            <a:chOff x="0" y="0"/>
            <a:chExt cx="867494" cy="96331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67494" cy="963319"/>
            </a:xfrm>
            <a:custGeom>
              <a:avLst/>
              <a:gdLst/>
              <a:ahLst/>
              <a:cxnLst/>
              <a:rect r="r" b="b" t="t" l="l"/>
              <a:pathLst>
                <a:path h="963319" w="867494">
                  <a:moveTo>
                    <a:pt x="82267" y="0"/>
                  </a:moveTo>
                  <a:lnTo>
                    <a:pt x="785227" y="0"/>
                  </a:lnTo>
                  <a:cubicBezTo>
                    <a:pt x="807046" y="0"/>
                    <a:pt x="827970" y="8667"/>
                    <a:pt x="843399" y="24095"/>
                  </a:cubicBezTo>
                  <a:cubicBezTo>
                    <a:pt x="858826" y="39523"/>
                    <a:pt x="867494" y="60448"/>
                    <a:pt x="867494" y="82267"/>
                  </a:cubicBezTo>
                  <a:lnTo>
                    <a:pt x="867494" y="881052"/>
                  </a:lnTo>
                  <a:cubicBezTo>
                    <a:pt x="867494" y="902870"/>
                    <a:pt x="858826" y="923795"/>
                    <a:pt x="843399" y="939223"/>
                  </a:cubicBezTo>
                  <a:cubicBezTo>
                    <a:pt x="827970" y="954651"/>
                    <a:pt x="807046" y="963319"/>
                    <a:pt x="785227" y="963319"/>
                  </a:cubicBezTo>
                  <a:lnTo>
                    <a:pt x="82267" y="963319"/>
                  </a:lnTo>
                  <a:cubicBezTo>
                    <a:pt x="60448" y="963319"/>
                    <a:pt x="39523" y="954651"/>
                    <a:pt x="24095" y="939223"/>
                  </a:cubicBezTo>
                  <a:cubicBezTo>
                    <a:pt x="8667" y="923795"/>
                    <a:pt x="0" y="902870"/>
                    <a:pt x="0" y="881052"/>
                  </a:cubicBezTo>
                  <a:lnTo>
                    <a:pt x="0" y="82267"/>
                  </a:lnTo>
                  <a:cubicBezTo>
                    <a:pt x="0" y="60448"/>
                    <a:pt x="8667" y="39523"/>
                    <a:pt x="24095" y="24095"/>
                  </a:cubicBezTo>
                  <a:cubicBezTo>
                    <a:pt x="39523" y="8667"/>
                    <a:pt x="60448" y="0"/>
                    <a:pt x="82267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19050"/>
              <a:ext cx="867494" cy="9442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387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640692" y="2277799"/>
            <a:ext cx="5028530" cy="6630631"/>
            <a:chOff x="0" y="0"/>
            <a:chExt cx="1241786" cy="163742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41786" cy="1637421"/>
            </a:xfrm>
            <a:custGeom>
              <a:avLst/>
              <a:gdLst/>
              <a:ahLst/>
              <a:cxnLst/>
              <a:rect r="r" b="b" t="t" l="l"/>
              <a:pathLst>
                <a:path h="1637421" w="1241786">
                  <a:moveTo>
                    <a:pt x="44648" y="0"/>
                  </a:moveTo>
                  <a:lnTo>
                    <a:pt x="1197137" y="0"/>
                  </a:lnTo>
                  <a:cubicBezTo>
                    <a:pt x="1208979" y="0"/>
                    <a:pt x="1220335" y="4704"/>
                    <a:pt x="1228709" y="13077"/>
                  </a:cubicBezTo>
                  <a:cubicBezTo>
                    <a:pt x="1237082" y="21450"/>
                    <a:pt x="1241786" y="32807"/>
                    <a:pt x="1241786" y="44648"/>
                  </a:cubicBezTo>
                  <a:lnTo>
                    <a:pt x="1241786" y="1592773"/>
                  </a:lnTo>
                  <a:cubicBezTo>
                    <a:pt x="1241786" y="1617432"/>
                    <a:pt x="1221796" y="1637421"/>
                    <a:pt x="1197137" y="1637421"/>
                  </a:cubicBezTo>
                  <a:lnTo>
                    <a:pt x="44648" y="1637421"/>
                  </a:lnTo>
                  <a:cubicBezTo>
                    <a:pt x="19990" y="1637421"/>
                    <a:pt x="0" y="1617432"/>
                    <a:pt x="0" y="1592773"/>
                  </a:cubicBezTo>
                  <a:lnTo>
                    <a:pt x="0" y="44648"/>
                  </a:lnTo>
                  <a:cubicBezTo>
                    <a:pt x="0" y="19990"/>
                    <a:pt x="19990" y="0"/>
                    <a:pt x="44648" y="0"/>
                  </a:cubicBezTo>
                  <a:close/>
                </a:path>
              </a:pathLst>
            </a:custGeom>
            <a:blipFill>
              <a:blip r:embed="rId4"/>
              <a:stretch>
                <a:fillRect l="-4383" t="-7550" r="-290290" b="-4317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3923200" y="920927"/>
            <a:ext cx="3002725" cy="21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87"/>
              </a:lnSpc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@reallygreatsite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179026" y="920927"/>
            <a:ext cx="1136202" cy="21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87"/>
              </a:lnSpc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About Us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721551" y="920927"/>
            <a:ext cx="811975" cy="21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87"/>
              </a:lnSpc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Menu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583650" y="2845267"/>
            <a:ext cx="8454192" cy="75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2"/>
              </a:lnSpc>
            </a:pPr>
            <a:r>
              <a:rPr lang="en-US" sz="4896" spc="-205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How the System Works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920209" y="5968840"/>
            <a:ext cx="3425653" cy="2899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1321" indent="-330661" lvl="1">
              <a:lnSpc>
                <a:spcPts val="3185"/>
              </a:lnSpc>
              <a:buFont typeface="Arial"/>
              <a:buChar char="•"/>
            </a:pPr>
            <a:r>
              <a:rPr lang="en-US" b="true" sz="3063" spc="-128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User opens the website</a:t>
            </a:r>
          </a:p>
          <a:p>
            <a:pPr algn="l">
              <a:lnSpc>
                <a:spcPts val="3185"/>
              </a:lnSpc>
            </a:pPr>
          </a:p>
          <a:p>
            <a:pPr algn="l" marL="661321" indent="-330661" lvl="1">
              <a:lnSpc>
                <a:spcPts val="3185"/>
              </a:lnSpc>
              <a:buFont typeface="Arial"/>
              <a:buChar char="•"/>
            </a:pPr>
            <a:r>
              <a:rPr lang="en-US" b="true" sz="3063" spc="-128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Browses available products</a:t>
            </a:r>
          </a:p>
          <a:p>
            <a:pPr algn="l">
              <a:lnSpc>
                <a:spcPts val="3185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5348248" y="6054011"/>
            <a:ext cx="3291380" cy="2702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3679" indent="-356839" lvl="1">
              <a:lnSpc>
                <a:spcPts val="3437"/>
              </a:lnSpc>
              <a:buFont typeface="Arial"/>
              <a:buChar char="•"/>
            </a:pPr>
            <a:r>
              <a:rPr lang="en-US" b="true" sz="3305" spc="-138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Selects a product</a:t>
            </a:r>
          </a:p>
          <a:p>
            <a:pPr algn="l">
              <a:lnSpc>
                <a:spcPts val="3437"/>
              </a:lnSpc>
            </a:pPr>
          </a:p>
          <a:p>
            <a:pPr algn="l" marL="713679" indent="-356839" lvl="1">
              <a:lnSpc>
                <a:spcPts val="3437"/>
              </a:lnSpc>
              <a:buFont typeface="Arial"/>
              <a:buChar char="•"/>
            </a:pPr>
            <a:r>
              <a:rPr lang="en-US" b="true" sz="3305" spc="-138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Adds it to the cart</a:t>
            </a:r>
          </a:p>
          <a:p>
            <a:pPr algn="l">
              <a:lnSpc>
                <a:spcPts val="3437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9343079" y="6212125"/>
            <a:ext cx="3389527" cy="1009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3485" spc="-146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Proceeds to checkout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4577" y="845799"/>
            <a:ext cx="499539" cy="503199"/>
          </a:xfrm>
          <a:custGeom>
            <a:avLst/>
            <a:gdLst/>
            <a:ahLst/>
            <a:cxnLst/>
            <a:rect r="r" b="b" t="t" l="l"/>
            <a:pathLst>
              <a:path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154957" y="756844"/>
            <a:ext cx="2104343" cy="481425"/>
            <a:chOff x="0" y="0"/>
            <a:chExt cx="1776404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76404" cy="406400"/>
            </a:xfrm>
            <a:custGeom>
              <a:avLst/>
              <a:gdLst/>
              <a:ahLst/>
              <a:cxnLst/>
              <a:rect r="r" b="b" t="t" l="l"/>
              <a:pathLst>
                <a:path h="406400" w="1776404">
                  <a:moveTo>
                    <a:pt x="1573204" y="0"/>
                  </a:moveTo>
                  <a:cubicBezTo>
                    <a:pt x="1685428" y="0"/>
                    <a:pt x="1776404" y="90976"/>
                    <a:pt x="1776404" y="203200"/>
                  </a:cubicBezTo>
                  <a:cubicBezTo>
                    <a:pt x="1776404" y="315424"/>
                    <a:pt x="1685428" y="406400"/>
                    <a:pt x="157320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776404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054482" y="2262850"/>
            <a:ext cx="6964686" cy="3267654"/>
            <a:chOff x="0" y="0"/>
            <a:chExt cx="1834320" cy="86061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34320" cy="860617"/>
            </a:xfrm>
            <a:custGeom>
              <a:avLst/>
              <a:gdLst/>
              <a:ahLst/>
              <a:cxnLst/>
              <a:rect r="r" b="b" t="t" l="l"/>
              <a:pathLst>
                <a:path h="860617" w="1834320">
                  <a:moveTo>
                    <a:pt x="56691" y="0"/>
                  </a:moveTo>
                  <a:lnTo>
                    <a:pt x="1777629" y="0"/>
                  </a:lnTo>
                  <a:cubicBezTo>
                    <a:pt x="1808939" y="0"/>
                    <a:pt x="1834320" y="25382"/>
                    <a:pt x="1834320" y="56691"/>
                  </a:cubicBezTo>
                  <a:lnTo>
                    <a:pt x="1834320" y="803925"/>
                  </a:lnTo>
                  <a:cubicBezTo>
                    <a:pt x="1834320" y="818961"/>
                    <a:pt x="1828348" y="833381"/>
                    <a:pt x="1817716" y="844012"/>
                  </a:cubicBezTo>
                  <a:cubicBezTo>
                    <a:pt x="1807084" y="854644"/>
                    <a:pt x="1792664" y="860617"/>
                    <a:pt x="1777629" y="860617"/>
                  </a:cubicBezTo>
                  <a:lnTo>
                    <a:pt x="56691" y="860617"/>
                  </a:lnTo>
                  <a:cubicBezTo>
                    <a:pt x="41656" y="860617"/>
                    <a:pt x="27236" y="854644"/>
                    <a:pt x="16605" y="844012"/>
                  </a:cubicBezTo>
                  <a:cubicBezTo>
                    <a:pt x="5973" y="833381"/>
                    <a:pt x="0" y="818961"/>
                    <a:pt x="0" y="803925"/>
                  </a:cubicBezTo>
                  <a:lnTo>
                    <a:pt x="0" y="56691"/>
                  </a:lnTo>
                  <a:cubicBezTo>
                    <a:pt x="0" y="41656"/>
                    <a:pt x="5973" y="27236"/>
                    <a:pt x="16605" y="16605"/>
                  </a:cubicBezTo>
                  <a:cubicBezTo>
                    <a:pt x="27236" y="5973"/>
                    <a:pt x="41656" y="0"/>
                    <a:pt x="56691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1834320" cy="841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410514" y="3178841"/>
            <a:ext cx="8472589" cy="1099553"/>
            <a:chOff x="0" y="0"/>
            <a:chExt cx="1417549" cy="18396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17549" cy="183966"/>
            </a:xfrm>
            <a:custGeom>
              <a:avLst/>
              <a:gdLst/>
              <a:ahLst/>
              <a:cxnLst/>
              <a:rect r="r" b="b" t="t" l="l"/>
              <a:pathLst>
                <a:path h="183966" w="1417549">
                  <a:moveTo>
                    <a:pt x="19189" y="0"/>
                  </a:moveTo>
                  <a:lnTo>
                    <a:pt x="1398360" y="0"/>
                  </a:lnTo>
                  <a:cubicBezTo>
                    <a:pt x="1408958" y="0"/>
                    <a:pt x="1417549" y="8591"/>
                    <a:pt x="1417549" y="19189"/>
                  </a:cubicBezTo>
                  <a:lnTo>
                    <a:pt x="1417549" y="164777"/>
                  </a:lnTo>
                  <a:cubicBezTo>
                    <a:pt x="1417549" y="169866"/>
                    <a:pt x="1415528" y="174747"/>
                    <a:pt x="1411929" y="178346"/>
                  </a:cubicBezTo>
                  <a:cubicBezTo>
                    <a:pt x="1408330" y="181945"/>
                    <a:pt x="1403450" y="183966"/>
                    <a:pt x="1398360" y="183966"/>
                  </a:cubicBezTo>
                  <a:lnTo>
                    <a:pt x="19189" y="183966"/>
                  </a:lnTo>
                  <a:cubicBezTo>
                    <a:pt x="8591" y="183966"/>
                    <a:pt x="0" y="175375"/>
                    <a:pt x="0" y="164777"/>
                  </a:cubicBezTo>
                  <a:lnTo>
                    <a:pt x="0" y="19189"/>
                  </a:lnTo>
                  <a:cubicBezTo>
                    <a:pt x="0" y="8591"/>
                    <a:pt x="8591" y="0"/>
                    <a:pt x="19189" y="0"/>
                  </a:cubicBezTo>
                  <a:close/>
                </a:path>
              </a:pathLst>
            </a:custGeom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1417549" cy="164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410514" y="4722186"/>
            <a:ext cx="8472589" cy="1099553"/>
            <a:chOff x="0" y="0"/>
            <a:chExt cx="1417549" cy="18396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17549" cy="183966"/>
            </a:xfrm>
            <a:custGeom>
              <a:avLst/>
              <a:gdLst/>
              <a:ahLst/>
              <a:cxnLst/>
              <a:rect r="r" b="b" t="t" l="l"/>
              <a:pathLst>
                <a:path h="183966" w="1417549">
                  <a:moveTo>
                    <a:pt x="19189" y="0"/>
                  </a:moveTo>
                  <a:lnTo>
                    <a:pt x="1398360" y="0"/>
                  </a:lnTo>
                  <a:cubicBezTo>
                    <a:pt x="1408958" y="0"/>
                    <a:pt x="1417549" y="8591"/>
                    <a:pt x="1417549" y="19189"/>
                  </a:cubicBezTo>
                  <a:lnTo>
                    <a:pt x="1417549" y="164777"/>
                  </a:lnTo>
                  <a:cubicBezTo>
                    <a:pt x="1417549" y="169866"/>
                    <a:pt x="1415528" y="174747"/>
                    <a:pt x="1411929" y="178346"/>
                  </a:cubicBezTo>
                  <a:cubicBezTo>
                    <a:pt x="1408330" y="181945"/>
                    <a:pt x="1403450" y="183966"/>
                    <a:pt x="1398360" y="183966"/>
                  </a:cubicBezTo>
                  <a:lnTo>
                    <a:pt x="19189" y="183966"/>
                  </a:lnTo>
                  <a:cubicBezTo>
                    <a:pt x="8591" y="183966"/>
                    <a:pt x="0" y="175375"/>
                    <a:pt x="0" y="164777"/>
                  </a:cubicBezTo>
                  <a:lnTo>
                    <a:pt x="0" y="19189"/>
                  </a:lnTo>
                  <a:cubicBezTo>
                    <a:pt x="0" y="8591"/>
                    <a:pt x="8591" y="0"/>
                    <a:pt x="19189" y="0"/>
                  </a:cubicBezTo>
                  <a:close/>
                </a:path>
              </a:pathLst>
            </a:custGeom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1417549" cy="164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410514" y="6265531"/>
            <a:ext cx="8472589" cy="1099553"/>
            <a:chOff x="0" y="0"/>
            <a:chExt cx="1417549" cy="18396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17549" cy="183966"/>
            </a:xfrm>
            <a:custGeom>
              <a:avLst/>
              <a:gdLst/>
              <a:ahLst/>
              <a:cxnLst/>
              <a:rect r="r" b="b" t="t" l="l"/>
              <a:pathLst>
                <a:path h="183966" w="1417549">
                  <a:moveTo>
                    <a:pt x="19189" y="0"/>
                  </a:moveTo>
                  <a:lnTo>
                    <a:pt x="1398360" y="0"/>
                  </a:lnTo>
                  <a:cubicBezTo>
                    <a:pt x="1408958" y="0"/>
                    <a:pt x="1417549" y="8591"/>
                    <a:pt x="1417549" y="19189"/>
                  </a:cubicBezTo>
                  <a:lnTo>
                    <a:pt x="1417549" y="164777"/>
                  </a:lnTo>
                  <a:cubicBezTo>
                    <a:pt x="1417549" y="169866"/>
                    <a:pt x="1415528" y="174747"/>
                    <a:pt x="1411929" y="178346"/>
                  </a:cubicBezTo>
                  <a:cubicBezTo>
                    <a:pt x="1408330" y="181945"/>
                    <a:pt x="1403450" y="183966"/>
                    <a:pt x="1398360" y="183966"/>
                  </a:cubicBezTo>
                  <a:lnTo>
                    <a:pt x="19189" y="183966"/>
                  </a:lnTo>
                  <a:cubicBezTo>
                    <a:pt x="8591" y="183966"/>
                    <a:pt x="0" y="175375"/>
                    <a:pt x="0" y="164777"/>
                  </a:cubicBezTo>
                  <a:lnTo>
                    <a:pt x="0" y="19189"/>
                  </a:lnTo>
                  <a:cubicBezTo>
                    <a:pt x="0" y="8591"/>
                    <a:pt x="8591" y="0"/>
                    <a:pt x="19189" y="0"/>
                  </a:cubicBezTo>
                  <a:close/>
                </a:path>
              </a:pathLst>
            </a:custGeom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19050"/>
              <a:ext cx="1417549" cy="164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410514" y="7808877"/>
            <a:ext cx="8472589" cy="1099553"/>
            <a:chOff x="0" y="0"/>
            <a:chExt cx="1417549" cy="18396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17549" cy="183966"/>
            </a:xfrm>
            <a:custGeom>
              <a:avLst/>
              <a:gdLst/>
              <a:ahLst/>
              <a:cxnLst/>
              <a:rect r="r" b="b" t="t" l="l"/>
              <a:pathLst>
                <a:path h="183966" w="1417549">
                  <a:moveTo>
                    <a:pt x="19189" y="0"/>
                  </a:moveTo>
                  <a:lnTo>
                    <a:pt x="1398360" y="0"/>
                  </a:lnTo>
                  <a:cubicBezTo>
                    <a:pt x="1408958" y="0"/>
                    <a:pt x="1417549" y="8591"/>
                    <a:pt x="1417549" y="19189"/>
                  </a:cubicBezTo>
                  <a:lnTo>
                    <a:pt x="1417549" y="164777"/>
                  </a:lnTo>
                  <a:cubicBezTo>
                    <a:pt x="1417549" y="169866"/>
                    <a:pt x="1415528" y="174747"/>
                    <a:pt x="1411929" y="178346"/>
                  </a:cubicBezTo>
                  <a:cubicBezTo>
                    <a:pt x="1408330" y="181945"/>
                    <a:pt x="1403450" y="183966"/>
                    <a:pt x="1398360" y="183966"/>
                  </a:cubicBezTo>
                  <a:lnTo>
                    <a:pt x="19189" y="183966"/>
                  </a:lnTo>
                  <a:cubicBezTo>
                    <a:pt x="8591" y="183966"/>
                    <a:pt x="0" y="175375"/>
                    <a:pt x="0" y="164777"/>
                  </a:cubicBezTo>
                  <a:lnTo>
                    <a:pt x="0" y="19189"/>
                  </a:lnTo>
                  <a:cubicBezTo>
                    <a:pt x="0" y="8591"/>
                    <a:pt x="8591" y="0"/>
                    <a:pt x="19189" y="0"/>
                  </a:cubicBezTo>
                  <a:close/>
                </a:path>
              </a:pathLst>
            </a:custGeom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19050"/>
              <a:ext cx="1417549" cy="164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3923200" y="920927"/>
            <a:ext cx="3002725" cy="21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87"/>
              </a:lnSpc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@reallygreatsite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179026" y="920927"/>
            <a:ext cx="1136202" cy="21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87"/>
              </a:lnSpc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About Us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721551" y="920927"/>
            <a:ext cx="811975" cy="21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87"/>
              </a:lnSpc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Menu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33778" y="3440006"/>
            <a:ext cx="7426061" cy="838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2539" indent="-366269" lvl="1">
              <a:lnSpc>
                <a:spcPts val="2985"/>
              </a:lnSpc>
              <a:buFont typeface="Arial"/>
              <a:buChar char="•"/>
            </a:pPr>
            <a:r>
              <a:rPr lang="en-US" sz="339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User login system</a:t>
            </a:r>
          </a:p>
          <a:p>
            <a:pPr algn="l">
              <a:lnSpc>
                <a:spcPts val="2985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0175251" y="5227734"/>
            <a:ext cx="5996765" cy="89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0409" indent="-385204" lvl="1">
              <a:lnSpc>
                <a:spcPts val="3140"/>
              </a:lnSpc>
              <a:buFont typeface="Arial"/>
              <a:buChar char="•"/>
            </a:pPr>
            <a:r>
              <a:rPr lang="en-US" sz="3568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Online payment options</a:t>
            </a:r>
          </a:p>
          <a:p>
            <a:pPr algn="l">
              <a:lnSpc>
                <a:spcPts val="3140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0337658" y="6604591"/>
            <a:ext cx="5580054" cy="819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6874" indent="-358437" lvl="1">
              <a:lnSpc>
                <a:spcPts val="2921"/>
              </a:lnSpc>
              <a:buFont typeface="Arial"/>
              <a:buChar char="•"/>
            </a:pPr>
            <a:r>
              <a:rPr lang="en-US" sz="332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Admin dashboard</a:t>
            </a:r>
          </a:p>
          <a:p>
            <a:pPr algn="l">
              <a:lnSpc>
                <a:spcPts val="2921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0129888" y="8120576"/>
            <a:ext cx="5995594" cy="504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9"/>
              </a:lnSpc>
            </a:pPr>
            <a:r>
              <a:rPr lang="en-US" sz="3567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Add database integration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811474" y="3077081"/>
            <a:ext cx="5036482" cy="1645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17"/>
              </a:lnSpc>
            </a:pPr>
            <a:r>
              <a:rPr lang="en-US" sz="5690" spc="-238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Future Improvements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4577" y="845799"/>
            <a:ext cx="499539" cy="503199"/>
          </a:xfrm>
          <a:custGeom>
            <a:avLst/>
            <a:gdLst/>
            <a:ahLst/>
            <a:cxnLst/>
            <a:rect r="r" b="b" t="t" l="l"/>
            <a:pathLst>
              <a:path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154957" y="756844"/>
            <a:ext cx="2104343" cy="481425"/>
            <a:chOff x="0" y="0"/>
            <a:chExt cx="1776404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76404" cy="406400"/>
            </a:xfrm>
            <a:custGeom>
              <a:avLst/>
              <a:gdLst/>
              <a:ahLst/>
              <a:cxnLst/>
              <a:rect r="r" b="b" t="t" l="l"/>
              <a:pathLst>
                <a:path h="406400" w="1776404">
                  <a:moveTo>
                    <a:pt x="1573204" y="0"/>
                  </a:moveTo>
                  <a:cubicBezTo>
                    <a:pt x="1685428" y="0"/>
                    <a:pt x="1776404" y="90976"/>
                    <a:pt x="1776404" y="203200"/>
                  </a:cubicBezTo>
                  <a:cubicBezTo>
                    <a:pt x="1776404" y="315424"/>
                    <a:pt x="1685428" y="406400"/>
                    <a:pt x="157320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776404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054482" y="5598730"/>
            <a:ext cx="7089518" cy="3309700"/>
            <a:chOff x="0" y="0"/>
            <a:chExt cx="1867198" cy="8716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67198" cy="871690"/>
            </a:xfrm>
            <a:custGeom>
              <a:avLst/>
              <a:gdLst/>
              <a:ahLst/>
              <a:cxnLst/>
              <a:rect r="r" b="b" t="t" l="l"/>
              <a:pathLst>
                <a:path h="871690" w="1867198">
                  <a:moveTo>
                    <a:pt x="41497" y="0"/>
                  </a:moveTo>
                  <a:lnTo>
                    <a:pt x="1825701" y="0"/>
                  </a:lnTo>
                  <a:cubicBezTo>
                    <a:pt x="1836707" y="0"/>
                    <a:pt x="1847262" y="4372"/>
                    <a:pt x="1855044" y="12154"/>
                  </a:cubicBezTo>
                  <a:cubicBezTo>
                    <a:pt x="1862826" y="19936"/>
                    <a:pt x="1867198" y="30491"/>
                    <a:pt x="1867198" y="41497"/>
                  </a:cubicBezTo>
                  <a:lnTo>
                    <a:pt x="1867198" y="830194"/>
                  </a:lnTo>
                  <a:cubicBezTo>
                    <a:pt x="1867198" y="853112"/>
                    <a:pt x="1848620" y="871690"/>
                    <a:pt x="1825701" y="871690"/>
                  </a:cubicBezTo>
                  <a:lnTo>
                    <a:pt x="41497" y="871690"/>
                  </a:lnTo>
                  <a:cubicBezTo>
                    <a:pt x="30491" y="871690"/>
                    <a:pt x="19936" y="867318"/>
                    <a:pt x="12154" y="859536"/>
                  </a:cubicBezTo>
                  <a:cubicBezTo>
                    <a:pt x="4372" y="851754"/>
                    <a:pt x="0" y="841199"/>
                    <a:pt x="0" y="830194"/>
                  </a:cubicBezTo>
                  <a:lnTo>
                    <a:pt x="0" y="41497"/>
                  </a:lnTo>
                  <a:cubicBezTo>
                    <a:pt x="0" y="30491"/>
                    <a:pt x="4372" y="19936"/>
                    <a:pt x="12154" y="12154"/>
                  </a:cubicBezTo>
                  <a:cubicBezTo>
                    <a:pt x="19936" y="4372"/>
                    <a:pt x="30491" y="0"/>
                    <a:pt x="41497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1867198" cy="85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439465" y="7136779"/>
            <a:ext cx="6583024" cy="1771650"/>
            <a:chOff x="0" y="0"/>
            <a:chExt cx="1733800" cy="46660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33801" cy="466607"/>
            </a:xfrm>
            <a:custGeom>
              <a:avLst/>
              <a:gdLst/>
              <a:ahLst/>
              <a:cxnLst/>
              <a:rect r="r" b="b" t="t" l="l"/>
              <a:pathLst>
                <a:path h="466607" w="1733801">
                  <a:moveTo>
                    <a:pt x="44690" y="0"/>
                  </a:moveTo>
                  <a:lnTo>
                    <a:pt x="1689111" y="0"/>
                  </a:lnTo>
                  <a:cubicBezTo>
                    <a:pt x="1713792" y="0"/>
                    <a:pt x="1733801" y="20008"/>
                    <a:pt x="1733801" y="44690"/>
                  </a:cubicBezTo>
                  <a:lnTo>
                    <a:pt x="1733801" y="421918"/>
                  </a:lnTo>
                  <a:cubicBezTo>
                    <a:pt x="1733801" y="433770"/>
                    <a:pt x="1729092" y="445137"/>
                    <a:pt x="1720711" y="453518"/>
                  </a:cubicBezTo>
                  <a:cubicBezTo>
                    <a:pt x="1712330" y="461899"/>
                    <a:pt x="1700963" y="466607"/>
                    <a:pt x="1689111" y="466607"/>
                  </a:cubicBezTo>
                  <a:lnTo>
                    <a:pt x="44690" y="466607"/>
                  </a:lnTo>
                  <a:cubicBezTo>
                    <a:pt x="32837" y="466607"/>
                    <a:pt x="21470" y="461899"/>
                    <a:pt x="13089" y="453518"/>
                  </a:cubicBezTo>
                  <a:cubicBezTo>
                    <a:pt x="4708" y="445137"/>
                    <a:pt x="0" y="433770"/>
                    <a:pt x="0" y="421918"/>
                  </a:cubicBezTo>
                  <a:lnTo>
                    <a:pt x="0" y="44690"/>
                  </a:lnTo>
                  <a:cubicBezTo>
                    <a:pt x="0" y="32837"/>
                    <a:pt x="4708" y="21470"/>
                    <a:pt x="13089" y="13089"/>
                  </a:cubicBezTo>
                  <a:cubicBezTo>
                    <a:pt x="21470" y="4708"/>
                    <a:pt x="32837" y="0"/>
                    <a:pt x="446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4A5B">
                    <a:alpha val="10000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1733800" cy="447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439465" y="2343150"/>
            <a:ext cx="6583024" cy="4515361"/>
            <a:chOff x="0" y="0"/>
            <a:chExt cx="1733800" cy="118923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33801" cy="1189231"/>
            </a:xfrm>
            <a:custGeom>
              <a:avLst/>
              <a:gdLst/>
              <a:ahLst/>
              <a:cxnLst/>
              <a:rect r="r" b="b" t="t" l="l"/>
              <a:pathLst>
                <a:path h="1189231" w="1733801">
                  <a:moveTo>
                    <a:pt x="44690" y="0"/>
                  </a:moveTo>
                  <a:lnTo>
                    <a:pt x="1689111" y="0"/>
                  </a:lnTo>
                  <a:cubicBezTo>
                    <a:pt x="1713792" y="0"/>
                    <a:pt x="1733801" y="20008"/>
                    <a:pt x="1733801" y="44690"/>
                  </a:cubicBezTo>
                  <a:lnTo>
                    <a:pt x="1733801" y="1144541"/>
                  </a:lnTo>
                  <a:cubicBezTo>
                    <a:pt x="1733801" y="1156394"/>
                    <a:pt x="1729092" y="1167761"/>
                    <a:pt x="1720711" y="1176141"/>
                  </a:cubicBezTo>
                  <a:cubicBezTo>
                    <a:pt x="1712330" y="1184522"/>
                    <a:pt x="1700963" y="1189231"/>
                    <a:pt x="1689111" y="1189231"/>
                  </a:cubicBezTo>
                  <a:lnTo>
                    <a:pt x="44690" y="1189231"/>
                  </a:lnTo>
                  <a:cubicBezTo>
                    <a:pt x="32837" y="1189231"/>
                    <a:pt x="21470" y="1184522"/>
                    <a:pt x="13089" y="1176141"/>
                  </a:cubicBezTo>
                  <a:cubicBezTo>
                    <a:pt x="4708" y="1167761"/>
                    <a:pt x="0" y="1156394"/>
                    <a:pt x="0" y="1144541"/>
                  </a:cubicBezTo>
                  <a:lnTo>
                    <a:pt x="0" y="44690"/>
                  </a:lnTo>
                  <a:cubicBezTo>
                    <a:pt x="0" y="32837"/>
                    <a:pt x="4708" y="21470"/>
                    <a:pt x="13089" y="13089"/>
                  </a:cubicBezTo>
                  <a:cubicBezTo>
                    <a:pt x="21470" y="4708"/>
                    <a:pt x="32837" y="0"/>
                    <a:pt x="44690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1733800" cy="1170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744875" y="6038363"/>
            <a:ext cx="675884" cy="67588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2879623" y="6261408"/>
            <a:ext cx="406389" cy="229794"/>
          </a:xfrm>
          <a:custGeom>
            <a:avLst/>
            <a:gdLst/>
            <a:ahLst/>
            <a:cxnLst/>
            <a:rect r="r" b="b" t="t" l="l"/>
            <a:pathLst>
              <a:path h="229794" w="406389">
                <a:moveTo>
                  <a:pt x="0" y="0"/>
                </a:moveTo>
                <a:lnTo>
                  <a:pt x="406389" y="0"/>
                </a:lnTo>
                <a:lnTo>
                  <a:pt x="406389" y="229795"/>
                </a:lnTo>
                <a:lnTo>
                  <a:pt x="0" y="2297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0179697" y="2826730"/>
            <a:ext cx="675884" cy="67588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0296288" y="2944143"/>
            <a:ext cx="489274" cy="455359"/>
          </a:xfrm>
          <a:custGeom>
            <a:avLst/>
            <a:gdLst/>
            <a:ahLst/>
            <a:cxnLst/>
            <a:rect r="r" b="b" t="t" l="l"/>
            <a:pathLst>
              <a:path h="455359" w="489274">
                <a:moveTo>
                  <a:pt x="0" y="0"/>
                </a:moveTo>
                <a:lnTo>
                  <a:pt x="489274" y="0"/>
                </a:lnTo>
                <a:lnTo>
                  <a:pt x="489274" y="455359"/>
                </a:lnTo>
                <a:lnTo>
                  <a:pt x="0" y="4553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3923200" y="920927"/>
            <a:ext cx="3002725" cy="21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87"/>
              </a:lnSpc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@reallygreatsite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179026" y="920927"/>
            <a:ext cx="1136202" cy="21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87"/>
              </a:lnSpc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About Us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721551" y="920927"/>
            <a:ext cx="811975" cy="21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87"/>
              </a:lnSpc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Menu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95032" y="2556281"/>
            <a:ext cx="7348968" cy="1359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28"/>
              </a:lnSpc>
            </a:pPr>
            <a:r>
              <a:rPr lang="en-US" sz="8681" spc="-364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Main Features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744875" y="7403479"/>
            <a:ext cx="5708731" cy="1374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4626" indent="-267313" lvl="1">
              <a:lnSpc>
                <a:spcPts val="3466"/>
              </a:lnSpc>
              <a:buFont typeface="Arial"/>
              <a:buChar char="•"/>
            </a:pPr>
            <a:r>
              <a:rPr lang="en-US" sz="24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Checkout process</a:t>
            </a:r>
          </a:p>
          <a:p>
            <a:pPr algn="l" marL="534626" indent="-267313" lvl="1">
              <a:lnSpc>
                <a:spcPts val="3466"/>
              </a:lnSpc>
              <a:buFont typeface="Arial"/>
              <a:buChar char="•"/>
            </a:pPr>
            <a:r>
              <a:rPr lang="en-US" sz="24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About and Contact pages</a:t>
            </a:r>
          </a:p>
          <a:p>
            <a:pPr algn="l">
              <a:lnSpc>
                <a:spcPts val="3606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0179697" y="4173763"/>
            <a:ext cx="5102560" cy="2217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4163" indent="-332081" lvl="1">
              <a:lnSpc>
                <a:spcPts val="4306"/>
              </a:lnSpc>
              <a:buFont typeface="Arial"/>
              <a:buChar char="•"/>
            </a:pPr>
            <a:r>
              <a:rPr lang="en-US" sz="30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Browse products</a:t>
            </a:r>
          </a:p>
          <a:p>
            <a:pPr algn="l" marL="664163" indent="-332081" lvl="1">
              <a:lnSpc>
                <a:spcPts val="4306"/>
              </a:lnSpc>
              <a:buFont typeface="Arial"/>
              <a:buChar char="•"/>
            </a:pPr>
            <a:r>
              <a:rPr lang="en-US" sz="30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View product details</a:t>
            </a:r>
          </a:p>
          <a:p>
            <a:pPr algn="l" marL="664163" indent="-332081" lvl="1">
              <a:lnSpc>
                <a:spcPts val="4306"/>
              </a:lnSpc>
              <a:buFont typeface="Arial"/>
              <a:buChar char="•"/>
            </a:pPr>
            <a:r>
              <a:rPr lang="en-US" sz="30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Add products to cart</a:t>
            </a:r>
          </a:p>
          <a:p>
            <a:pPr algn="l">
              <a:lnSpc>
                <a:spcPts val="430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4577" y="845799"/>
            <a:ext cx="499539" cy="503199"/>
          </a:xfrm>
          <a:custGeom>
            <a:avLst/>
            <a:gdLst/>
            <a:ahLst/>
            <a:cxnLst/>
            <a:rect r="r" b="b" t="t" l="l"/>
            <a:pathLst>
              <a:path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154957" y="756844"/>
            <a:ext cx="2104343" cy="481425"/>
            <a:chOff x="0" y="0"/>
            <a:chExt cx="1776404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76404" cy="406400"/>
            </a:xfrm>
            <a:custGeom>
              <a:avLst/>
              <a:gdLst/>
              <a:ahLst/>
              <a:cxnLst/>
              <a:rect r="r" b="b" t="t" l="l"/>
              <a:pathLst>
                <a:path h="406400" w="1776404">
                  <a:moveTo>
                    <a:pt x="1573204" y="0"/>
                  </a:moveTo>
                  <a:cubicBezTo>
                    <a:pt x="1685428" y="0"/>
                    <a:pt x="1776404" y="90976"/>
                    <a:pt x="1776404" y="203200"/>
                  </a:cubicBezTo>
                  <a:cubicBezTo>
                    <a:pt x="1776404" y="315424"/>
                    <a:pt x="1685428" y="406400"/>
                    <a:pt x="157320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776404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054482" y="2277799"/>
            <a:ext cx="8679644" cy="6630631"/>
            <a:chOff x="0" y="0"/>
            <a:chExt cx="2143421" cy="16374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3421" cy="1637421"/>
            </a:xfrm>
            <a:custGeom>
              <a:avLst/>
              <a:gdLst/>
              <a:ahLst/>
              <a:cxnLst/>
              <a:rect r="r" b="b" t="t" l="l"/>
              <a:pathLst>
                <a:path h="1637421" w="2143421">
                  <a:moveTo>
                    <a:pt x="25867" y="0"/>
                  </a:moveTo>
                  <a:lnTo>
                    <a:pt x="2117555" y="0"/>
                  </a:lnTo>
                  <a:cubicBezTo>
                    <a:pt x="2124415" y="0"/>
                    <a:pt x="2130994" y="2725"/>
                    <a:pt x="2135845" y="7576"/>
                  </a:cubicBezTo>
                  <a:cubicBezTo>
                    <a:pt x="2140696" y="12427"/>
                    <a:pt x="2143421" y="19007"/>
                    <a:pt x="2143421" y="25867"/>
                  </a:cubicBezTo>
                  <a:lnTo>
                    <a:pt x="2143421" y="1611554"/>
                  </a:lnTo>
                  <a:cubicBezTo>
                    <a:pt x="2143421" y="1618415"/>
                    <a:pt x="2140696" y="1624994"/>
                    <a:pt x="2135845" y="1629845"/>
                  </a:cubicBezTo>
                  <a:cubicBezTo>
                    <a:pt x="2130994" y="1634696"/>
                    <a:pt x="2124415" y="1637421"/>
                    <a:pt x="2117555" y="1637421"/>
                  </a:cubicBezTo>
                  <a:lnTo>
                    <a:pt x="25867" y="1637421"/>
                  </a:lnTo>
                  <a:cubicBezTo>
                    <a:pt x="19007" y="1637421"/>
                    <a:pt x="12427" y="1634696"/>
                    <a:pt x="7576" y="1629845"/>
                  </a:cubicBezTo>
                  <a:cubicBezTo>
                    <a:pt x="2725" y="1624994"/>
                    <a:pt x="0" y="1618415"/>
                    <a:pt x="0" y="1611554"/>
                  </a:cubicBezTo>
                  <a:lnTo>
                    <a:pt x="0" y="25867"/>
                  </a:lnTo>
                  <a:cubicBezTo>
                    <a:pt x="0" y="19007"/>
                    <a:pt x="2725" y="12427"/>
                    <a:pt x="7576" y="7576"/>
                  </a:cubicBezTo>
                  <a:cubicBezTo>
                    <a:pt x="12427" y="2725"/>
                    <a:pt x="19007" y="0"/>
                    <a:pt x="25867" y="0"/>
                  </a:cubicBezTo>
                  <a:close/>
                </a:path>
              </a:pathLst>
            </a:custGeom>
            <a:blipFill>
              <a:blip r:embed="rId4"/>
              <a:stretch>
                <a:fillRect l="-47939" t="0" r="-47939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054482" y="4580882"/>
            <a:ext cx="8679644" cy="4327547"/>
            <a:chOff x="0" y="0"/>
            <a:chExt cx="2285997" cy="11397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85997" cy="1139766"/>
            </a:xfrm>
            <a:custGeom>
              <a:avLst/>
              <a:gdLst/>
              <a:ahLst/>
              <a:cxnLst/>
              <a:rect r="r" b="b" t="t" l="l"/>
              <a:pathLst>
                <a:path h="1139766" w="2285997">
                  <a:moveTo>
                    <a:pt x="25867" y="0"/>
                  </a:moveTo>
                  <a:lnTo>
                    <a:pt x="2260130" y="0"/>
                  </a:lnTo>
                  <a:cubicBezTo>
                    <a:pt x="2266990" y="0"/>
                    <a:pt x="2273570" y="2725"/>
                    <a:pt x="2278421" y="7576"/>
                  </a:cubicBezTo>
                  <a:cubicBezTo>
                    <a:pt x="2283272" y="12427"/>
                    <a:pt x="2285997" y="19007"/>
                    <a:pt x="2285997" y="25867"/>
                  </a:cubicBezTo>
                  <a:lnTo>
                    <a:pt x="2285997" y="1113899"/>
                  </a:lnTo>
                  <a:cubicBezTo>
                    <a:pt x="2285997" y="1120759"/>
                    <a:pt x="2283272" y="1127338"/>
                    <a:pt x="2278421" y="1132189"/>
                  </a:cubicBezTo>
                  <a:cubicBezTo>
                    <a:pt x="2273570" y="1137040"/>
                    <a:pt x="2266990" y="1139766"/>
                    <a:pt x="2260130" y="1139766"/>
                  </a:cubicBezTo>
                  <a:lnTo>
                    <a:pt x="25867" y="1139766"/>
                  </a:lnTo>
                  <a:cubicBezTo>
                    <a:pt x="19007" y="1139766"/>
                    <a:pt x="12427" y="1137040"/>
                    <a:pt x="7576" y="1132189"/>
                  </a:cubicBezTo>
                  <a:cubicBezTo>
                    <a:pt x="2725" y="1127338"/>
                    <a:pt x="0" y="1120759"/>
                    <a:pt x="0" y="1113899"/>
                  </a:cubicBezTo>
                  <a:lnTo>
                    <a:pt x="0" y="25867"/>
                  </a:lnTo>
                  <a:cubicBezTo>
                    <a:pt x="0" y="19007"/>
                    <a:pt x="2725" y="12427"/>
                    <a:pt x="7576" y="7576"/>
                  </a:cubicBezTo>
                  <a:cubicBezTo>
                    <a:pt x="12427" y="2725"/>
                    <a:pt x="19007" y="0"/>
                    <a:pt x="258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0"/>
                  </a:srgbClr>
                </a:gs>
                <a:gs pos="100000">
                  <a:srgbClr val="141519">
                    <a:alpha val="945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2285997" cy="11207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3923200" y="920927"/>
            <a:ext cx="3002725" cy="21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87"/>
              </a:lnSpc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@reallygreatsite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179026" y="920927"/>
            <a:ext cx="1136202" cy="21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87"/>
              </a:lnSpc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About Us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21551" y="920927"/>
            <a:ext cx="811975" cy="21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87"/>
              </a:lnSpc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Menu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11474" y="6706556"/>
            <a:ext cx="6995581" cy="2283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19"/>
              </a:lnSpc>
            </a:pPr>
            <a:r>
              <a:rPr lang="en-US" sz="7903" spc="-331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Technologies Used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477408" y="2277799"/>
            <a:ext cx="5991512" cy="6618791"/>
            <a:chOff x="0" y="0"/>
            <a:chExt cx="7988683" cy="8825054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7988683" cy="2653683"/>
              <a:chOff x="0" y="0"/>
              <a:chExt cx="1185649" cy="393849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185649" cy="393849"/>
              </a:xfrm>
              <a:custGeom>
                <a:avLst/>
                <a:gdLst/>
                <a:ahLst/>
                <a:cxnLst/>
                <a:rect r="r" b="b" t="t" l="l"/>
                <a:pathLst>
                  <a:path h="393849" w="1185649">
                    <a:moveTo>
                      <a:pt x="27135" y="0"/>
                    </a:moveTo>
                    <a:lnTo>
                      <a:pt x="1158514" y="0"/>
                    </a:lnTo>
                    <a:cubicBezTo>
                      <a:pt x="1165710" y="0"/>
                      <a:pt x="1172612" y="2859"/>
                      <a:pt x="1177701" y="7948"/>
                    </a:cubicBezTo>
                    <a:cubicBezTo>
                      <a:pt x="1182790" y="13037"/>
                      <a:pt x="1185649" y="19938"/>
                      <a:pt x="1185649" y="27135"/>
                    </a:cubicBezTo>
                    <a:lnTo>
                      <a:pt x="1185649" y="366714"/>
                    </a:lnTo>
                    <a:cubicBezTo>
                      <a:pt x="1185649" y="373911"/>
                      <a:pt x="1182790" y="380813"/>
                      <a:pt x="1177701" y="385901"/>
                    </a:cubicBezTo>
                    <a:cubicBezTo>
                      <a:pt x="1172612" y="390990"/>
                      <a:pt x="1165710" y="393849"/>
                      <a:pt x="1158514" y="393849"/>
                    </a:cubicBezTo>
                    <a:lnTo>
                      <a:pt x="27135" y="393849"/>
                    </a:lnTo>
                    <a:cubicBezTo>
                      <a:pt x="19938" y="393849"/>
                      <a:pt x="13037" y="390990"/>
                      <a:pt x="7948" y="385901"/>
                    </a:cubicBezTo>
                    <a:cubicBezTo>
                      <a:pt x="2859" y="380813"/>
                      <a:pt x="0" y="373911"/>
                      <a:pt x="0" y="366714"/>
                    </a:cubicBezTo>
                    <a:lnTo>
                      <a:pt x="0" y="27135"/>
                    </a:lnTo>
                    <a:cubicBezTo>
                      <a:pt x="0" y="19938"/>
                      <a:pt x="2859" y="13037"/>
                      <a:pt x="7948" y="7948"/>
                    </a:cubicBezTo>
                    <a:cubicBezTo>
                      <a:pt x="13037" y="2859"/>
                      <a:pt x="19938" y="0"/>
                      <a:pt x="27135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1185649" cy="3747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3085686"/>
              <a:ext cx="7988683" cy="2653683"/>
              <a:chOff x="0" y="0"/>
              <a:chExt cx="1185649" cy="393849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185649" cy="393849"/>
              </a:xfrm>
              <a:custGeom>
                <a:avLst/>
                <a:gdLst/>
                <a:ahLst/>
                <a:cxnLst/>
                <a:rect r="r" b="b" t="t" l="l"/>
                <a:pathLst>
                  <a:path h="393849" w="1185649">
                    <a:moveTo>
                      <a:pt x="27135" y="0"/>
                    </a:moveTo>
                    <a:lnTo>
                      <a:pt x="1158514" y="0"/>
                    </a:lnTo>
                    <a:cubicBezTo>
                      <a:pt x="1165710" y="0"/>
                      <a:pt x="1172612" y="2859"/>
                      <a:pt x="1177701" y="7948"/>
                    </a:cubicBezTo>
                    <a:cubicBezTo>
                      <a:pt x="1182790" y="13037"/>
                      <a:pt x="1185649" y="19938"/>
                      <a:pt x="1185649" y="27135"/>
                    </a:cubicBezTo>
                    <a:lnTo>
                      <a:pt x="1185649" y="366714"/>
                    </a:lnTo>
                    <a:cubicBezTo>
                      <a:pt x="1185649" y="373911"/>
                      <a:pt x="1182790" y="380813"/>
                      <a:pt x="1177701" y="385901"/>
                    </a:cubicBezTo>
                    <a:cubicBezTo>
                      <a:pt x="1172612" y="390990"/>
                      <a:pt x="1165710" y="393849"/>
                      <a:pt x="1158514" y="393849"/>
                    </a:cubicBezTo>
                    <a:lnTo>
                      <a:pt x="27135" y="393849"/>
                    </a:lnTo>
                    <a:cubicBezTo>
                      <a:pt x="19938" y="393849"/>
                      <a:pt x="13037" y="390990"/>
                      <a:pt x="7948" y="385901"/>
                    </a:cubicBezTo>
                    <a:cubicBezTo>
                      <a:pt x="2859" y="380813"/>
                      <a:pt x="0" y="373911"/>
                      <a:pt x="0" y="366714"/>
                    </a:cubicBezTo>
                    <a:lnTo>
                      <a:pt x="0" y="27135"/>
                    </a:lnTo>
                    <a:cubicBezTo>
                      <a:pt x="0" y="19938"/>
                      <a:pt x="2859" y="13037"/>
                      <a:pt x="7948" y="7948"/>
                    </a:cubicBezTo>
                    <a:cubicBezTo>
                      <a:pt x="13037" y="2859"/>
                      <a:pt x="19938" y="0"/>
                      <a:pt x="27135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1185649" cy="3747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6171371"/>
              <a:ext cx="7988683" cy="2653683"/>
              <a:chOff x="0" y="0"/>
              <a:chExt cx="1185649" cy="393849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185649" cy="393849"/>
              </a:xfrm>
              <a:custGeom>
                <a:avLst/>
                <a:gdLst/>
                <a:ahLst/>
                <a:cxnLst/>
                <a:rect r="r" b="b" t="t" l="l"/>
                <a:pathLst>
                  <a:path h="393849" w="1185649">
                    <a:moveTo>
                      <a:pt x="27135" y="0"/>
                    </a:moveTo>
                    <a:lnTo>
                      <a:pt x="1158514" y="0"/>
                    </a:lnTo>
                    <a:cubicBezTo>
                      <a:pt x="1165710" y="0"/>
                      <a:pt x="1172612" y="2859"/>
                      <a:pt x="1177701" y="7948"/>
                    </a:cubicBezTo>
                    <a:cubicBezTo>
                      <a:pt x="1182790" y="13037"/>
                      <a:pt x="1185649" y="19938"/>
                      <a:pt x="1185649" y="27135"/>
                    </a:cubicBezTo>
                    <a:lnTo>
                      <a:pt x="1185649" y="366714"/>
                    </a:lnTo>
                    <a:cubicBezTo>
                      <a:pt x="1185649" y="373911"/>
                      <a:pt x="1182790" y="380813"/>
                      <a:pt x="1177701" y="385901"/>
                    </a:cubicBezTo>
                    <a:cubicBezTo>
                      <a:pt x="1172612" y="390990"/>
                      <a:pt x="1165710" y="393849"/>
                      <a:pt x="1158514" y="393849"/>
                    </a:cubicBezTo>
                    <a:lnTo>
                      <a:pt x="27135" y="393849"/>
                    </a:lnTo>
                    <a:cubicBezTo>
                      <a:pt x="19938" y="393849"/>
                      <a:pt x="13037" y="390990"/>
                      <a:pt x="7948" y="385901"/>
                    </a:cubicBezTo>
                    <a:cubicBezTo>
                      <a:pt x="2859" y="380813"/>
                      <a:pt x="0" y="373911"/>
                      <a:pt x="0" y="366714"/>
                    </a:cubicBezTo>
                    <a:lnTo>
                      <a:pt x="0" y="27135"/>
                    </a:lnTo>
                    <a:cubicBezTo>
                      <a:pt x="0" y="19938"/>
                      <a:pt x="2859" y="13037"/>
                      <a:pt x="7948" y="7948"/>
                    </a:cubicBezTo>
                    <a:cubicBezTo>
                      <a:pt x="13037" y="2859"/>
                      <a:pt x="19938" y="0"/>
                      <a:pt x="27135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19050"/>
                <a:ext cx="1185649" cy="3747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854680" y="427371"/>
              <a:ext cx="6893952" cy="22263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58455" indent="-329228" lvl="1">
                <a:lnSpc>
                  <a:spcPts val="4849"/>
                </a:lnSpc>
                <a:buFont typeface="Arial"/>
                <a:buChar char="•"/>
              </a:pPr>
              <a:r>
                <a:rPr lang="en-US" sz="3049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HTML → Webs</a:t>
              </a:r>
              <a:r>
                <a:rPr lang="en-US" sz="3049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ite structure</a:t>
              </a:r>
            </a:p>
            <a:p>
              <a:pPr algn="l">
                <a:lnSpc>
                  <a:spcPts val="3627"/>
                </a:lnSpc>
              </a:pP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854680" y="3480978"/>
              <a:ext cx="6279322" cy="22739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2930" indent="-321465" lvl="1">
                <a:lnSpc>
                  <a:spcPts val="4734"/>
                </a:lnSpc>
                <a:buFont typeface="Arial"/>
                <a:buChar char="•"/>
              </a:pPr>
              <a:r>
                <a:rPr lang="en-US" sz="2977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CSS → Design and layouT</a:t>
              </a:r>
            </a:p>
            <a:p>
              <a:pPr algn="l">
                <a:lnSpc>
                  <a:spcPts val="4098"/>
                </a:lnSpc>
              </a:pP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854680" y="6667166"/>
              <a:ext cx="6279322" cy="20300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56572" indent="-278286" lvl="1">
                <a:lnSpc>
                  <a:spcPts val="4098"/>
                </a:lnSpc>
                <a:buFont typeface="Arial"/>
                <a:buChar char="•"/>
              </a:pPr>
              <a:r>
                <a:rPr lang="en-US" sz="2577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JavaScript → Interactivity and cart system</a:t>
              </a:r>
            </a:p>
            <a:p>
              <a:pPr algn="l">
                <a:lnSpc>
                  <a:spcPts val="4098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112338" y="-7228893"/>
            <a:ext cx="11404113" cy="11487660"/>
          </a:xfrm>
          <a:custGeom>
            <a:avLst/>
            <a:gdLst/>
            <a:ahLst/>
            <a:cxnLst/>
            <a:rect r="r" b="b" t="t" l="l"/>
            <a:pathLst>
              <a:path h="11487660" w="11404113">
                <a:moveTo>
                  <a:pt x="0" y="0"/>
                </a:moveTo>
                <a:lnTo>
                  <a:pt x="11404113" y="0"/>
                </a:lnTo>
                <a:lnTo>
                  <a:pt x="11404113" y="11487660"/>
                </a:lnTo>
                <a:lnTo>
                  <a:pt x="0" y="1148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4577" y="845799"/>
            <a:ext cx="499539" cy="503199"/>
          </a:xfrm>
          <a:custGeom>
            <a:avLst/>
            <a:gdLst/>
            <a:ahLst/>
            <a:cxnLst/>
            <a:rect r="r" b="b" t="t" l="l"/>
            <a:pathLst>
              <a:path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154957" y="756844"/>
            <a:ext cx="2104343" cy="481425"/>
            <a:chOff x="0" y="0"/>
            <a:chExt cx="1776404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6404" cy="406400"/>
            </a:xfrm>
            <a:custGeom>
              <a:avLst/>
              <a:gdLst/>
              <a:ahLst/>
              <a:cxnLst/>
              <a:rect r="r" b="b" t="t" l="l"/>
              <a:pathLst>
                <a:path h="406400" w="1776404">
                  <a:moveTo>
                    <a:pt x="1573204" y="0"/>
                  </a:moveTo>
                  <a:cubicBezTo>
                    <a:pt x="1685428" y="0"/>
                    <a:pt x="1776404" y="90976"/>
                    <a:pt x="1776404" y="203200"/>
                  </a:cubicBezTo>
                  <a:cubicBezTo>
                    <a:pt x="1776404" y="315424"/>
                    <a:pt x="1685428" y="406400"/>
                    <a:pt x="157320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76404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3923200" y="920927"/>
            <a:ext cx="3002725" cy="21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87"/>
              </a:lnSpc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@reallygreatsite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179026" y="920927"/>
            <a:ext cx="1136202" cy="21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87"/>
              </a:lnSpc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About Us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21551" y="920927"/>
            <a:ext cx="811975" cy="21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87"/>
              </a:lnSpc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Menu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64800" y="2224750"/>
            <a:ext cx="9558399" cy="150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48"/>
              </a:lnSpc>
            </a:pPr>
            <a:r>
              <a:rPr lang="en-US" b="true" sz="9662" spc="-405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conclusion</a:t>
            </a:r>
          </a:p>
        </p:txBody>
      </p:sp>
      <p:grpSp>
        <p:nvGrpSpPr>
          <p:cNvPr name="Group 11" id="11"/>
          <p:cNvGrpSpPr/>
          <p:nvPr/>
        </p:nvGrpSpPr>
        <p:grpSpPr>
          <a:xfrm rot="-851681">
            <a:off x="808966" y="7541919"/>
            <a:ext cx="21825170" cy="18180272"/>
            <a:chOff x="0" y="0"/>
            <a:chExt cx="5748193" cy="47882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748193" cy="4788220"/>
            </a:xfrm>
            <a:custGeom>
              <a:avLst/>
              <a:gdLst/>
              <a:ahLst/>
              <a:cxnLst/>
              <a:rect r="r" b="b" t="t" l="l"/>
              <a:pathLst>
                <a:path h="4788220" w="5748193">
                  <a:moveTo>
                    <a:pt x="0" y="0"/>
                  </a:moveTo>
                  <a:lnTo>
                    <a:pt x="5748193" y="0"/>
                  </a:lnTo>
                  <a:lnTo>
                    <a:pt x="5748193" y="4788220"/>
                  </a:lnTo>
                  <a:lnTo>
                    <a:pt x="0" y="4788220"/>
                  </a:lnTo>
                  <a:close/>
                </a:path>
              </a:pathLst>
            </a:custGeom>
            <a:gradFill rotWithShape="true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9050"/>
              <a:ext cx="5748193" cy="4769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549726" y="4039692"/>
            <a:ext cx="11188548" cy="2850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85752" indent="-342876" lvl="1">
              <a:lnSpc>
                <a:spcPts val="5463"/>
              </a:lnSpc>
              <a:buFont typeface="Arial"/>
              <a:buChar char="•"/>
            </a:pPr>
            <a:r>
              <a:rPr lang="en-US" sz="31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Demonstrates basic e-commerce functionality</a:t>
            </a:r>
          </a:p>
          <a:p>
            <a:pPr algn="ctr" marL="685752" indent="-342876" lvl="1">
              <a:lnSpc>
                <a:spcPts val="5463"/>
              </a:lnSpc>
              <a:buFont typeface="Arial"/>
              <a:buChar char="•"/>
            </a:pPr>
            <a:r>
              <a:rPr lang="en-US" sz="31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Bu</a:t>
            </a:r>
            <a:r>
              <a:rPr lang="en-US" sz="31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ilt using front-end technologies</a:t>
            </a:r>
          </a:p>
          <a:p>
            <a:pPr algn="ctr" marL="685752" indent="-342876" lvl="1">
              <a:lnSpc>
                <a:spcPts val="5463"/>
              </a:lnSpc>
              <a:buFont typeface="Arial"/>
              <a:buChar char="•"/>
            </a:pPr>
            <a:r>
              <a:rPr lang="en-US" sz="31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Helps understand website interaction</a:t>
            </a:r>
          </a:p>
          <a:p>
            <a:pPr algn="ctr">
              <a:lnSpc>
                <a:spcPts val="6323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4577" y="845799"/>
            <a:ext cx="499539" cy="503199"/>
          </a:xfrm>
          <a:custGeom>
            <a:avLst/>
            <a:gdLst/>
            <a:ahLst/>
            <a:cxnLst/>
            <a:rect r="r" b="b" t="t" l="l"/>
            <a:pathLst>
              <a:path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374770">
            <a:off x="-1666180" y="6478089"/>
            <a:ext cx="20251759" cy="18180272"/>
            <a:chOff x="0" y="0"/>
            <a:chExt cx="5333797" cy="47882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33797" cy="4788220"/>
            </a:xfrm>
            <a:custGeom>
              <a:avLst/>
              <a:gdLst/>
              <a:ahLst/>
              <a:cxnLst/>
              <a:rect r="r" b="b" t="t" l="l"/>
              <a:pathLst>
                <a:path h="4788220" w="5333797">
                  <a:moveTo>
                    <a:pt x="0" y="0"/>
                  </a:moveTo>
                  <a:lnTo>
                    <a:pt x="5333797" y="0"/>
                  </a:lnTo>
                  <a:lnTo>
                    <a:pt x="5333797" y="4788220"/>
                  </a:lnTo>
                  <a:lnTo>
                    <a:pt x="0" y="4788220"/>
                  </a:lnTo>
                  <a:close/>
                </a:path>
              </a:pathLst>
            </a:custGeom>
            <a:gradFill rotWithShape="true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5333797" cy="4769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154957" y="756844"/>
            <a:ext cx="2104343" cy="481425"/>
            <a:chOff x="0" y="0"/>
            <a:chExt cx="1776404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76404" cy="406400"/>
            </a:xfrm>
            <a:custGeom>
              <a:avLst/>
              <a:gdLst/>
              <a:ahLst/>
              <a:cxnLst/>
              <a:rect r="r" b="b" t="t" l="l"/>
              <a:pathLst>
                <a:path h="406400" w="1776404">
                  <a:moveTo>
                    <a:pt x="1573204" y="0"/>
                  </a:moveTo>
                  <a:cubicBezTo>
                    <a:pt x="1685428" y="0"/>
                    <a:pt x="1776404" y="90976"/>
                    <a:pt x="1776404" y="203200"/>
                  </a:cubicBezTo>
                  <a:cubicBezTo>
                    <a:pt x="1776404" y="315424"/>
                    <a:pt x="1685428" y="406400"/>
                    <a:pt x="157320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776404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641709" y="8553082"/>
            <a:ext cx="3402253" cy="705218"/>
            <a:chOff x="0" y="0"/>
            <a:chExt cx="887526" cy="18396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87526" cy="183966"/>
            </a:xfrm>
            <a:custGeom>
              <a:avLst/>
              <a:gdLst/>
              <a:ahLst/>
              <a:cxnLst/>
              <a:rect r="r" b="b" t="t" l="l"/>
              <a:pathLst>
                <a:path h="183966" w="887526">
                  <a:moveTo>
                    <a:pt x="47786" y="0"/>
                  </a:moveTo>
                  <a:lnTo>
                    <a:pt x="839740" y="0"/>
                  </a:lnTo>
                  <a:cubicBezTo>
                    <a:pt x="866131" y="0"/>
                    <a:pt x="887526" y="21395"/>
                    <a:pt x="887526" y="47786"/>
                  </a:cubicBezTo>
                  <a:lnTo>
                    <a:pt x="887526" y="136180"/>
                  </a:lnTo>
                  <a:cubicBezTo>
                    <a:pt x="887526" y="148854"/>
                    <a:pt x="882491" y="161008"/>
                    <a:pt x="873530" y="169970"/>
                  </a:cubicBezTo>
                  <a:cubicBezTo>
                    <a:pt x="864568" y="178932"/>
                    <a:pt x="852414" y="183966"/>
                    <a:pt x="839740" y="183966"/>
                  </a:cubicBezTo>
                  <a:lnTo>
                    <a:pt x="47786" y="183966"/>
                  </a:lnTo>
                  <a:cubicBezTo>
                    <a:pt x="21395" y="183966"/>
                    <a:pt x="0" y="162572"/>
                    <a:pt x="0" y="136180"/>
                  </a:cubicBezTo>
                  <a:lnTo>
                    <a:pt x="0" y="47786"/>
                  </a:lnTo>
                  <a:cubicBezTo>
                    <a:pt x="0" y="21395"/>
                    <a:pt x="21395" y="0"/>
                    <a:pt x="47786" y="0"/>
                  </a:cubicBezTo>
                  <a:close/>
                </a:path>
              </a:pathLst>
            </a:custGeom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887526" cy="164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442874" y="8553082"/>
            <a:ext cx="3402253" cy="705218"/>
            <a:chOff x="0" y="0"/>
            <a:chExt cx="887526" cy="18396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87526" cy="183966"/>
            </a:xfrm>
            <a:custGeom>
              <a:avLst/>
              <a:gdLst/>
              <a:ahLst/>
              <a:cxnLst/>
              <a:rect r="r" b="b" t="t" l="l"/>
              <a:pathLst>
                <a:path h="183966" w="887526">
                  <a:moveTo>
                    <a:pt x="47786" y="0"/>
                  </a:moveTo>
                  <a:lnTo>
                    <a:pt x="839740" y="0"/>
                  </a:lnTo>
                  <a:cubicBezTo>
                    <a:pt x="866131" y="0"/>
                    <a:pt x="887526" y="21395"/>
                    <a:pt x="887526" y="47786"/>
                  </a:cubicBezTo>
                  <a:lnTo>
                    <a:pt x="887526" y="136180"/>
                  </a:lnTo>
                  <a:cubicBezTo>
                    <a:pt x="887526" y="148854"/>
                    <a:pt x="882491" y="161008"/>
                    <a:pt x="873530" y="169970"/>
                  </a:cubicBezTo>
                  <a:cubicBezTo>
                    <a:pt x="864568" y="178932"/>
                    <a:pt x="852414" y="183966"/>
                    <a:pt x="839740" y="183966"/>
                  </a:cubicBezTo>
                  <a:lnTo>
                    <a:pt x="47786" y="183966"/>
                  </a:lnTo>
                  <a:cubicBezTo>
                    <a:pt x="21395" y="183966"/>
                    <a:pt x="0" y="162572"/>
                    <a:pt x="0" y="136180"/>
                  </a:cubicBezTo>
                  <a:lnTo>
                    <a:pt x="0" y="47786"/>
                  </a:lnTo>
                  <a:cubicBezTo>
                    <a:pt x="0" y="21395"/>
                    <a:pt x="21395" y="0"/>
                    <a:pt x="47786" y="0"/>
                  </a:cubicBezTo>
                  <a:close/>
                </a:path>
              </a:pathLst>
            </a:custGeom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887526" cy="164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8448397" y="8805853"/>
            <a:ext cx="2052548" cy="255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837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+123-456-7890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244039" y="8553082"/>
            <a:ext cx="3402253" cy="705218"/>
            <a:chOff x="0" y="0"/>
            <a:chExt cx="887526" cy="18396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87526" cy="183966"/>
            </a:xfrm>
            <a:custGeom>
              <a:avLst/>
              <a:gdLst/>
              <a:ahLst/>
              <a:cxnLst/>
              <a:rect r="r" b="b" t="t" l="l"/>
              <a:pathLst>
                <a:path h="183966" w="887526">
                  <a:moveTo>
                    <a:pt x="47786" y="0"/>
                  </a:moveTo>
                  <a:lnTo>
                    <a:pt x="839740" y="0"/>
                  </a:lnTo>
                  <a:cubicBezTo>
                    <a:pt x="866131" y="0"/>
                    <a:pt x="887526" y="21395"/>
                    <a:pt x="887526" y="47786"/>
                  </a:cubicBezTo>
                  <a:lnTo>
                    <a:pt x="887526" y="136180"/>
                  </a:lnTo>
                  <a:cubicBezTo>
                    <a:pt x="887526" y="148854"/>
                    <a:pt x="882491" y="161008"/>
                    <a:pt x="873530" y="169970"/>
                  </a:cubicBezTo>
                  <a:cubicBezTo>
                    <a:pt x="864568" y="178932"/>
                    <a:pt x="852414" y="183966"/>
                    <a:pt x="839740" y="183966"/>
                  </a:cubicBezTo>
                  <a:lnTo>
                    <a:pt x="47786" y="183966"/>
                  </a:lnTo>
                  <a:cubicBezTo>
                    <a:pt x="21395" y="183966"/>
                    <a:pt x="0" y="162572"/>
                    <a:pt x="0" y="136180"/>
                  </a:cubicBezTo>
                  <a:lnTo>
                    <a:pt x="0" y="47786"/>
                  </a:lnTo>
                  <a:cubicBezTo>
                    <a:pt x="0" y="21395"/>
                    <a:pt x="21395" y="0"/>
                    <a:pt x="47786" y="0"/>
                  </a:cubicBezTo>
                  <a:close/>
                </a:path>
              </a:pathLst>
            </a:custGeom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19050"/>
              <a:ext cx="887526" cy="164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2249562" y="8805853"/>
            <a:ext cx="2052548" cy="255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837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@reallygreatsite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7826057" y="8696727"/>
            <a:ext cx="416511" cy="416511"/>
          </a:xfrm>
          <a:custGeom>
            <a:avLst/>
            <a:gdLst/>
            <a:ahLst/>
            <a:cxnLst/>
            <a:rect r="r" b="b" t="t" l="l"/>
            <a:pathLst>
              <a:path h="416511" w="416511">
                <a:moveTo>
                  <a:pt x="0" y="0"/>
                </a:moveTo>
                <a:lnTo>
                  <a:pt x="416511" y="0"/>
                </a:lnTo>
                <a:lnTo>
                  <a:pt x="416511" y="416511"/>
                </a:lnTo>
                <a:lnTo>
                  <a:pt x="0" y="4165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063894" y="8698144"/>
            <a:ext cx="416511" cy="416511"/>
          </a:xfrm>
          <a:custGeom>
            <a:avLst/>
            <a:gdLst/>
            <a:ahLst/>
            <a:cxnLst/>
            <a:rect r="r" b="b" t="t" l="l"/>
            <a:pathLst>
              <a:path h="416511" w="416511">
                <a:moveTo>
                  <a:pt x="0" y="0"/>
                </a:moveTo>
                <a:lnTo>
                  <a:pt x="416512" y="0"/>
                </a:lnTo>
                <a:lnTo>
                  <a:pt x="416512" y="416511"/>
                </a:lnTo>
                <a:lnTo>
                  <a:pt x="0" y="416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659657" y="8698144"/>
            <a:ext cx="416511" cy="416511"/>
          </a:xfrm>
          <a:custGeom>
            <a:avLst/>
            <a:gdLst/>
            <a:ahLst/>
            <a:cxnLst/>
            <a:rect r="r" b="b" t="t" l="l"/>
            <a:pathLst>
              <a:path h="416511" w="416511">
                <a:moveTo>
                  <a:pt x="0" y="0"/>
                </a:moveTo>
                <a:lnTo>
                  <a:pt x="416511" y="0"/>
                </a:lnTo>
                <a:lnTo>
                  <a:pt x="416511" y="416511"/>
                </a:lnTo>
                <a:lnTo>
                  <a:pt x="0" y="4165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3923200" y="920927"/>
            <a:ext cx="3002725" cy="21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87"/>
              </a:lnSpc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@reallygreatsite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179026" y="920927"/>
            <a:ext cx="1136202" cy="21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87"/>
              </a:lnSpc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About Us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721551" y="920927"/>
            <a:ext cx="811975" cy="21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87"/>
              </a:lnSpc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Menu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80871" y="4001801"/>
            <a:ext cx="14126257" cy="2226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51"/>
              </a:lnSpc>
            </a:pPr>
            <a:r>
              <a:rPr lang="en-US" b="true" sz="14279" spc="-599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thank you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647232" y="8805853"/>
            <a:ext cx="2052548" cy="255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837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123 Anywhere 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DAHFiufkyFU</dc:identifier>
  <dcterms:modified xsi:type="dcterms:W3CDTF">2011-08-01T06:04:30Z</dcterms:modified>
  <cp:revision>1</cp:revision>
  <dc:title>E-Commerce Website Project</dc:title>
</cp:coreProperties>
</file>